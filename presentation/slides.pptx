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6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déplacer la </a:t>
            </a: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diapo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Cliquez pour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modifier le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</a:t>
            </a: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notes</a:t>
            </a:r>
            <a:endParaRPr lang="fr-F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A8119339-BD90-47B0-83F5-26290920F655}" type="slidenum"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2</a:t>
            </a:fld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</a:pPr>
            <a:r>
              <a:rPr lang="fr-FR" sz="1400" b="1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L’état</a:t>
            </a:r>
            <a:r>
              <a:rPr lang="fr-FR" sz="1400" b="1" u="none" spc="-11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du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parc</a:t>
            </a:r>
            <a:r>
              <a:rPr lang="fr-FR" sz="1400" b="1" u="none" spc="-113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1400" b="1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96" strike="noStrike">
                <a:solidFill>
                  <a:srgbClr val="111111"/>
                </a:solidFill>
                <a:effectLst/>
                <a:uFillTx/>
                <a:latin typeface="Arial"/>
              </a:rPr>
              <a:t>un</a:t>
            </a:r>
            <a:r>
              <a:rPr lang="fr-FR" sz="140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coup</a:t>
            </a:r>
            <a:r>
              <a:rPr lang="fr-FR" sz="1400" b="1" u="none" spc="-11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d’œil</a:t>
            </a:r>
            <a:r>
              <a:rPr lang="fr-FR" sz="1400" b="1" u="none" spc="-1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4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5" strike="noStrike">
                <a:solidFill>
                  <a:srgbClr val="111111"/>
                </a:solidFill>
                <a:effectLst/>
                <a:uFillTx/>
                <a:latin typeface="Arial MT"/>
              </a:rPr>
              <a:t>un</a:t>
            </a:r>
            <a:r>
              <a:rPr lang="fr-FR" sz="1400" b="0" u="none" spc="-5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statut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par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machine,</a:t>
            </a: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normal,</a:t>
            </a:r>
            <a:r>
              <a:rPr lang="fr-FR" sz="1400" b="0" u="none" spc="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avertissement</a:t>
            </a:r>
            <a:r>
              <a:rPr lang="fr-FR" sz="1400" b="0" u="none" spc="-10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0" strike="noStrike">
                <a:solidFill>
                  <a:srgbClr val="111111"/>
                </a:solidFill>
                <a:effectLst/>
                <a:uFillTx/>
                <a:latin typeface="Arial MT"/>
              </a:rPr>
              <a:t>ou</a:t>
            </a:r>
            <a:r>
              <a:rPr lang="fr-FR" sz="1400" b="0" u="none" spc="-7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critique.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Les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tendances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historiques</a:t>
            </a:r>
            <a:r>
              <a:rPr lang="fr-FR" sz="1400" b="1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de</a:t>
            </a:r>
            <a:r>
              <a:rPr lang="fr-FR" sz="1400" b="0" u="none" spc="-7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vibration,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température</a:t>
            </a:r>
            <a:r>
              <a:rPr lang="fr-FR" sz="1400" b="0" u="none" spc="-7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et</a:t>
            </a:r>
            <a:r>
              <a:rPr lang="fr-FR" sz="1400" b="0" u="none" spc="-6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pression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pour</a:t>
            </a:r>
            <a:r>
              <a:rPr lang="fr-FR" sz="1400" b="0" u="none" spc="-113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comprendre</a:t>
            </a:r>
            <a:r>
              <a:rPr lang="fr-FR" sz="1400" b="0" u="none" spc="-7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une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dérive.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ts val="1414"/>
              </a:lnSpc>
              <a:buNone/>
              <a:tabLst>
                <a:tab pos="3557880" algn="l"/>
              </a:tabLst>
            </a:pPr>
            <a:r>
              <a:rPr lang="fr-FR" sz="1400" b="1" u="none" spc="-40" strike="noStrike">
                <a:solidFill>
                  <a:srgbClr val="111111"/>
                </a:solidFill>
                <a:effectLst/>
                <a:uFillTx/>
                <a:latin typeface="Arial"/>
              </a:rPr>
              <a:t>Des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seuils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explicites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par</a:t>
            </a:r>
            <a:r>
              <a:rPr lang="fr-FR" sz="1400" b="0" u="none" spc="-1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capteur,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avertissement</a:t>
            </a:r>
            <a:r>
              <a:rPr lang="fr-FR" sz="1400" b="0" u="none" spc="-5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puis</a:t>
            </a:r>
            <a:r>
              <a:rPr lang="fr-FR" sz="1400" b="0" u="none" spc="-5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critique.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ts val="1414"/>
              </a:lnSpc>
              <a:buNone/>
              <a:tabLst>
                <a:tab pos="3557880" algn="l"/>
              </a:tabLst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  <a:tabLst>
                <a:tab pos="3557880" algn="l"/>
              </a:tabLst>
            </a:pPr>
            <a:r>
              <a:rPr lang="fr-FR" sz="1400" b="1" u="none" spc="-51" strike="noStrike">
                <a:solidFill>
                  <a:srgbClr val="111111"/>
                </a:solidFill>
                <a:effectLst/>
                <a:uFillTx/>
                <a:latin typeface="Arial"/>
              </a:rPr>
              <a:t>Une</a:t>
            </a:r>
            <a:r>
              <a:rPr lang="fr-FR" sz="1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40" strike="noStrike">
                <a:solidFill>
                  <a:srgbClr val="111111"/>
                </a:solidFill>
                <a:effectLst/>
                <a:uFillTx/>
                <a:latin typeface="Arial"/>
              </a:rPr>
              <a:t>alerte</a:t>
            </a:r>
            <a:r>
              <a:rPr lang="fr-FR" sz="1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temps</a:t>
            </a:r>
            <a:r>
              <a:rPr lang="fr-FR" sz="1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réel</a:t>
            </a:r>
            <a:r>
              <a:rPr lang="fr-FR" sz="1400" b="1" u="none" spc="-2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dès</a:t>
            </a:r>
            <a:r>
              <a:rPr lang="fr-FR" sz="1400" b="0" u="none" spc="-10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qu’un</a:t>
            </a:r>
            <a:r>
              <a:rPr lang="fr-FR" sz="1400" b="0" u="none" spc="-6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seuil</a:t>
            </a:r>
            <a:r>
              <a:rPr lang="fr-FR" sz="1400" b="0" u="none" spc="-1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est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franchi,</a:t>
            </a:r>
            <a:r>
              <a:rPr lang="fr-FR" sz="1400" b="0" u="none" spc="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sans</a:t>
            </a:r>
            <a:r>
              <a:rPr lang="fr-FR" sz="1400" b="0" u="none" spc="-10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recharger</a:t>
            </a:r>
            <a:r>
              <a:rPr lang="fr-FR" sz="1400" b="0" u="none" spc="-14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la</a:t>
            </a:r>
            <a:r>
              <a:rPr lang="fr-FR" sz="1400" b="0" u="none" spc="-15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page.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  <a:tabLst>
                <a:tab pos="3557880" algn="l"/>
              </a:tabLst>
            </a:pP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Prioriser</a:t>
            </a:r>
            <a:r>
              <a:rPr lang="fr-FR" sz="1400" b="1" u="none" spc="-10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6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le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critique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0" strike="noStrike">
                <a:solidFill>
                  <a:srgbClr val="111111"/>
                </a:solidFill>
                <a:effectLst/>
                <a:uFillTx/>
                <a:latin typeface="Arial MT"/>
              </a:rPr>
              <a:t>avant</a:t>
            </a:r>
            <a:r>
              <a:rPr lang="fr-FR" sz="1400" b="0" u="none" spc="-7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l’avertissement,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une</a:t>
            </a:r>
            <a:r>
              <a:rPr lang="fr-FR" sz="1400" b="0" u="none" spc="-9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seule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alerte</a:t>
            </a:r>
            <a:r>
              <a:rPr lang="fr-FR" sz="1400" b="0" u="none" spc="-9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par</a:t>
            </a:r>
            <a:r>
              <a:rPr lang="fr-FR" sz="1400" b="0" u="none" spc="-13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franchissement.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6000"/>
              </a:lnSpc>
              <a:spcBef>
                <a:spcPts val="96"/>
              </a:spcBef>
              <a:buNone/>
              <a:tabLst>
                <a:tab pos="3557880" algn="l"/>
              </a:tabLst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Acquitter</a:t>
            </a:r>
            <a:r>
              <a:rPr lang="fr-FR" sz="1400" b="1" u="none" spc="-10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l’alerte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6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l’heure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de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prise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5" strike="noStrike">
                <a:solidFill>
                  <a:srgbClr val="111111"/>
                </a:solidFill>
                <a:effectLst/>
                <a:uFillTx/>
                <a:latin typeface="Arial MT"/>
              </a:rPr>
              <a:t>en</a:t>
            </a:r>
            <a:r>
              <a:rPr lang="fr-FR" sz="1400" b="0" u="none" spc="-4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charge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reste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enregistrée.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6000"/>
              </a:lnSpc>
              <a:spcBef>
                <a:spcPts val="96"/>
              </a:spcBef>
              <a:buNone/>
              <a:tabLst>
                <a:tab pos="3557880" algn="l"/>
              </a:tabLst>
            </a:pP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  <a:tabLst>
                <a:tab pos="3557880" algn="l"/>
              </a:tabLst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Moins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d’arrêts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non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 planifiés</a:t>
            </a:r>
            <a:r>
              <a:rPr lang="fr-FR" sz="1400" b="1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6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la</a:t>
            </a:r>
            <a:r>
              <a:rPr lang="fr-FR" sz="1400" b="0" u="none" spc="-13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maintenance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intervient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pendant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la</a:t>
            </a:r>
            <a:r>
              <a:rPr lang="fr-FR" sz="1400" b="0" u="none" spc="-15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dérive,</a:t>
            </a:r>
            <a:r>
              <a:rPr lang="fr-FR" sz="1400" b="0" u="none" spc="3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pas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0" strike="noStrike">
                <a:solidFill>
                  <a:srgbClr val="111111"/>
                </a:solidFill>
                <a:effectLst/>
                <a:uFillTx/>
                <a:latin typeface="Arial MT"/>
              </a:rPr>
              <a:t>après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la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casse.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3000"/>
              </a:lnSpc>
              <a:spcBef>
                <a:spcPts val="60"/>
              </a:spcBef>
              <a:buNone/>
              <a:tabLst>
                <a:tab pos="3557880" algn="l"/>
              </a:tabLst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Économies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9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interventions</a:t>
            </a:r>
            <a:r>
              <a:rPr lang="fr-FR" sz="1400" b="0" u="none" spc="-6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planifiées</a:t>
            </a:r>
            <a:r>
              <a:rPr lang="fr-FR" sz="1400" b="0" u="none" spc="-5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plutôt </a:t>
            </a:r>
            <a:r>
              <a:rPr lang="fr-FR" sz="1400" b="0" u="none" spc="-45" strike="noStrike">
                <a:solidFill>
                  <a:srgbClr val="111111"/>
                </a:solidFill>
                <a:effectLst/>
                <a:uFillTx/>
                <a:latin typeface="Arial MT"/>
              </a:rPr>
              <a:t>qu’en</a:t>
            </a:r>
            <a:r>
              <a:rPr lang="fr-FR" sz="1400" b="0" u="none" spc="-5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urgence,</a:t>
            </a:r>
            <a:r>
              <a:rPr lang="fr-FR" sz="1400" b="0" u="none" spc="4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pièces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remplacées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avant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d’endommager</a:t>
            </a:r>
            <a:r>
              <a:rPr lang="fr-FR" sz="1400" b="0" u="none" spc="-113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le</a:t>
            </a:r>
            <a:r>
              <a:rPr lang="fr-FR" sz="1400" b="0" u="none" spc="-6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reste.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 indent="0" algn="l">
              <a:lnSpc>
                <a:spcPct val="111000"/>
              </a:lnSpc>
              <a:spcBef>
                <a:spcPts val="96"/>
              </a:spcBef>
              <a:buNone/>
              <a:tabLst>
                <a:tab pos="3557880" algn="l"/>
              </a:tabLst>
            </a:pP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Conformité</a:t>
            </a:r>
            <a:r>
              <a:rPr lang="fr-FR" sz="1400" b="1" u="none" spc="-9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5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journal</a:t>
            </a:r>
            <a:r>
              <a:rPr lang="fr-FR" sz="1400" b="0" u="none" spc="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horodaté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des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alertes</a:t>
            </a:r>
            <a:r>
              <a:rPr lang="fr-FR" sz="1400" b="0" u="none" spc="-7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et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des</a:t>
            </a:r>
            <a:r>
              <a:rPr lang="fr-FR" sz="1400" b="0" u="none" spc="-9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acquittements,</a:t>
            </a:r>
            <a:r>
              <a:rPr lang="fr-FR" sz="1400" b="0" u="none" spc="4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exploitable</a:t>
            </a:r>
            <a:r>
              <a:rPr lang="fr-FR" sz="1400" b="0" u="none" spc="-9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5" strike="noStrike">
                <a:solidFill>
                  <a:srgbClr val="111111"/>
                </a:solidFill>
                <a:effectLst/>
                <a:uFillTx/>
                <a:latin typeface="Arial MT"/>
              </a:rPr>
              <a:t>en</a:t>
            </a:r>
            <a:r>
              <a:rPr lang="fr-FR" sz="1400" b="0" u="none" spc="-5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audit.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 object 16"/>
          <p:cNvSpPr/>
          <p:nvPr/>
        </p:nvSpPr>
        <p:spPr>
          <a:xfrm>
            <a:off x="609480" y="1390680"/>
            <a:ext cx="10972440" cy="378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914400" y="2126160"/>
            <a:ext cx="10362960" cy="525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indent="0" algn="l">
              <a:buNone/>
              <a:def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uez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pour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édite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r le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form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at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du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texte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-titre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ftr" idx="1"/>
          </p:nvPr>
        </p:nvSpPr>
        <p:spPr>
          <a:xfrm>
            <a:off x="596880" y="6363720"/>
            <a:ext cx="734400" cy="13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2"/>
          </p:nvPr>
        </p:nvSpPr>
        <p:spPr>
          <a:xfrm>
            <a:off x="609480" y="6378120"/>
            <a:ext cx="2803680" cy="34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3"/>
          </p:nvPr>
        </p:nvSpPr>
        <p:spPr>
          <a:xfrm>
            <a:off x="11307600" y="6363720"/>
            <a:ext cx="289080" cy="13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fld id="{CF478904-E0E5-4786-8A03-F5E2BBB00B52}" type="slidenum"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2</a:t>
            </a:fld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g object 16"/>
          <p:cNvSpPr/>
          <p:nvPr/>
        </p:nvSpPr>
        <p:spPr>
          <a:xfrm>
            <a:off x="609480" y="1390680"/>
            <a:ext cx="10972440" cy="378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596880" y="208080"/>
            <a:ext cx="6407280" cy="114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z pour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éditer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le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format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du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texte-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titre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571320" y="1715040"/>
            <a:ext cx="11048760" cy="3200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ftr" idx="4"/>
          </p:nvPr>
        </p:nvSpPr>
        <p:spPr>
          <a:xfrm>
            <a:off x="596880" y="6363720"/>
            <a:ext cx="734400" cy="13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5"/>
          </p:nvPr>
        </p:nvSpPr>
        <p:spPr>
          <a:xfrm>
            <a:off x="609480" y="6378120"/>
            <a:ext cx="2803680" cy="34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sldNum" idx="6"/>
          </p:nvPr>
        </p:nvSpPr>
        <p:spPr>
          <a:xfrm>
            <a:off x="11307600" y="6363720"/>
            <a:ext cx="289080" cy="13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fld id="{98C86BA7-3D9A-4ADF-B632-0893C080520A}" type="slidenum"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2</a:t>
            </a:fld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wo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bg object 16"/>
          <p:cNvSpPr/>
          <p:nvPr/>
        </p:nvSpPr>
        <p:spPr>
          <a:xfrm>
            <a:off x="609480" y="1390680"/>
            <a:ext cx="10972440" cy="378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96880" y="208080"/>
            <a:ext cx="6407280" cy="114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z pour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éditer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le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format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du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texte-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titre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577520"/>
            <a:ext cx="5303160" cy="2901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78760" y="1577520"/>
            <a:ext cx="5303160" cy="2901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4572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Second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9144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Troisième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3716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Quatrième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18288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Cinquième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286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Sixième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  <a:p>
            <a:pPr marL="27432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Septième niveau de plan</a:t>
            </a:r>
            <a:endParaRPr lang="fr-FR" sz="180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ftr" idx="7"/>
          </p:nvPr>
        </p:nvSpPr>
        <p:spPr>
          <a:xfrm>
            <a:off x="596880" y="6363720"/>
            <a:ext cx="734400" cy="13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dt" idx="8"/>
          </p:nvPr>
        </p:nvSpPr>
        <p:spPr>
          <a:xfrm>
            <a:off x="609480" y="6378120"/>
            <a:ext cx="2803680" cy="34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9"/>
          </p:nvPr>
        </p:nvSpPr>
        <p:spPr>
          <a:xfrm>
            <a:off x="11307600" y="6363720"/>
            <a:ext cx="289080" cy="13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fld id="{492BEEB8-2175-4BBF-88C6-A8433BF3928E}" type="slidenum"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2</a:t>
            </a:fld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g object 16"/>
          <p:cNvSpPr/>
          <p:nvPr/>
        </p:nvSpPr>
        <p:spPr>
          <a:xfrm>
            <a:off x="609480" y="1390680"/>
            <a:ext cx="10972440" cy="378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596880" y="208080"/>
            <a:ext cx="6407280" cy="1143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Clique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z pour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éditer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le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format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du 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texte-</a:t>
            </a:r>
            <a:r>
              <a:rPr lang="fr-FR" sz="3450" b="0" u="none" strike="noStrike">
                <a:solidFill>
                  <a:srgbClr val="000000"/>
                </a:solidFill>
                <a:effectLst/>
                <a:uFillTx/>
                <a:latin typeface="Calibri"/>
              </a:rPr>
              <a:t>titre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ftr" idx="10"/>
          </p:nvPr>
        </p:nvSpPr>
        <p:spPr>
          <a:xfrm>
            <a:off x="596880" y="6363720"/>
            <a:ext cx="734400" cy="13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1"/>
          </p:nvPr>
        </p:nvSpPr>
        <p:spPr>
          <a:xfrm>
            <a:off x="609480" y="6378120"/>
            <a:ext cx="2803680" cy="34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11307600" y="6363720"/>
            <a:ext cx="289080" cy="13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fld id="{1E967263-5DFA-4EC7-AB0B-4F8C0EFF7CCF}" type="slidenum"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2</a:t>
            </a:fld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bg object 16"/>
          <p:cNvSpPr/>
          <p:nvPr/>
        </p:nvSpPr>
        <p:spPr>
          <a:xfrm>
            <a:off x="609480" y="1390680"/>
            <a:ext cx="10972440" cy="378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1"/>
          <p:cNvSpPr>
            <a:spLocks noGrp="1"/>
          </p:cNvSpPr>
          <p:nvPr>
            <p:ph type="ftr" idx="13"/>
          </p:nvPr>
        </p:nvSpPr>
        <p:spPr>
          <a:xfrm>
            <a:off x="596880" y="6363720"/>
            <a:ext cx="734400" cy="132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dt" idx="14"/>
          </p:nvPr>
        </p:nvSpPr>
        <p:spPr>
          <a:xfrm>
            <a:off x="609480" y="6378120"/>
            <a:ext cx="2803680" cy="342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lnSpc>
                <a:spcPct val="100000"/>
              </a:lnSpc>
              <a:buNone/>
              <a:def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lnSpc>
                <a:spcPct val="100000"/>
              </a:lnSpc>
              <a:buNone/>
            </a:pPr>
            <a:r>
              <a:rPr lang="en-US" sz="1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Times New Roman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sldNum" idx="15"/>
          </p:nvPr>
        </p:nvSpPr>
        <p:spPr>
          <a:xfrm>
            <a:off x="11307600" y="6363720"/>
            <a:ext cx="289080" cy="136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fld id="{75A71210-6B34-4CD3-A461-FF947CC13131}" type="slidenum"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2</a:t>
            </a:fld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bject 3"/>
          <p:cNvSpPr/>
          <p:nvPr/>
        </p:nvSpPr>
        <p:spPr>
          <a:xfrm>
            <a:off x="596880" y="2894400"/>
            <a:ext cx="6900120" cy="22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340920" rIns="0" bIns="0" anchor="t">
            <a:spAutoFit/>
          </a:bodyPr>
          <a:p>
            <a:pPr marL="12600">
              <a:lnSpc>
                <a:spcPct val="100000"/>
              </a:lnSpc>
              <a:spcBef>
                <a:spcPts val="2684"/>
              </a:spcBef>
            </a:pPr>
            <a:r>
              <a:rPr lang="fr-FR" sz="7300" b="1" u="none" spc="-235" strike="noStrike">
                <a:solidFill>
                  <a:srgbClr val="111111"/>
                </a:solidFill>
                <a:effectLst/>
                <a:uFillTx/>
                <a:latin typeface="Arial"/>
              </a:rPr>
              <a:t>F</a:t>
            </a:r>
            <a:r>
              <a:rPr lang="fr-FR" sz="7300" b="1" u="none" spc="-196" strike="noStrike">
                <a:solidFill>
                  <a:srgbClr val="111111"/>
                </a:solidFill>
                <a:effectLst/>
                <a:uFillTx/>
                <a:latin typeface="Arial"/>
              </a:rPr>
              <a:t>a</a:t>
            </a:r>
            <a:r>
              <a:rPr lang="fr-FR" sz="7300" b="1" u="none" spc="31" strike="noStrike">
                <a:solidFill>
                  <a:srgbClr val="111111"/>
                </a:solidFill>
                <a:effectLst/>
                <a:uFillTx/>
                <a:latin typeface="Arial"/>
              </a:rPr>
              <a:t>c</a:t>
            </a:r>
            <a:r>
              <a:rPr lang="fr-FR" sz="7300" b="1" u="none" spc="99" strike="noStrike">
                <a:solidFill>
                  <a:srgbClr val="111111"/>
                </a:solidFill>
                <a:effectLst/>
                <a:uFillTx/>
                <a:latin typeface="Arial"/>
              </a:rPr>
              <a:t>t</a:t>
            </a:r>
            <a:r>
              <a:rPr lang="fr-FR" sz="730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o</a:t>
            </a:r>
            <a:r>
              <a:rPr lang="fr-FR" sz="73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r</a:t>
            </a:r>
            <a:r>
              <a:rPr lang="fr-FR" sz="7300" b="1" u="none" spc="-235" strike="noStrike">
                <a:solidFill>
                  <a:srgbClr val="111111"/>
                </a:solidFill>
                <a:effectLst/>
                <a:uFillTx/>
                <a:latin typeface="Arial"/>
              </a:rPr>
              <a:t>y</a:t>
            </a:r>
            <a:r>
              <a:rPr lang="fr-FR" sz="7300" b="1" u="none" spc="-40" strike="noStrike">
                <a:solidFill>
                  <a:srgbClr val="111111"/>
                </a:solidFill>
                <a:effectLst/>
                <a:uFillTx/>
                <a:latin typeface="Arial"/>
              </a:rPr>
              <a:t>S</a:t>
            </a:r>
            <a:r>
              <a:rPr lang="fr-FR" sz="7300" b="1" u="none" spc="11" strike="noStrike">
                <a:solidFill>
                  <a:srgbClr val="111111"/>
                </a:solidFill>
                <a:effectLst/>
                <a:uFillTx/>
                <a:latin typeface="Arial"/>
              </a:rPr>
              <a:t>e</a:t>
            </a:r>
            <a:r>
              <a:rPr lang="fr-FR" sz="7300" b="1" u="none" spc="156" strike="noStrike">
                <a:solidFill>
                  <a:srgbClr val="111111"/>
                </a:solidFill>
                <a:effectLst/>
                <a:uFillTx/>
                <a:latin typeface="Arial"/>
              </a:rPr>
              <a:t>n</a:t>
            </a:r>
            <a:r>
              <a:rPr lang="fr-FR" sz="73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s</a:t>
            </a:r>
            <a:r>
              <a:rPr lang="fr-FR" sz="7300" b="1" u="none" spc="380" strike="noStrike">
                <a:solidFill>
                  <a:srgbClr val="111111"/>
                </a:solidFill>
                <a:effectLst/>
                <a:uFillTx/>
                <a:latin typeface="Arial"/>
              </a:rPr>
              <a:t>e</a:t>
            </a:r>
            <a:endParaRPr lang="fr-FR" sz="7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ts val="2551"/>
              </a:lnSpc>
              <a:spcBef>
                <a:spcPts val="924"/>
              </a:spcBef>
            </a:pPr>
            <a:r>
              <a:rPr lang="fr-FR" sz="2200" b="0" u="none" spc="-71" strike="noStrike">
                <a:solidFill>
                  <a:srgbClr val="4A4A4A"/>
                </a:solidFill>
                <a:effectLst/>
                <a:uFillTx/>
                <a:latin typeface="Arial MT"/>
              </a:rPr>
              <a:t>Surveiller</a:t>
            </a:r>
            <a:r>
              <a:rPr lang="fr-FR" sz="2200" b="0" u="none" spc="-25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60" strike="noStrike">
                <a:solidFill>
                  <a:srgbClr val="4A4A4A"/>
                </a:solidFill>
                <a:effectLst/>
                <a:uFillTx/>
                <a:latin typeface="Arial MT"/>
              </a:rPr>
              <a:t>les</a:t>
            </a:r>
            <a:r>
              <a:rPr lang="fr-FR" sz="2200" b="0" u="none" spc="-18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71" strike="noStrike">
                <a:solidFill>
                  <a:srgbClr val="4A4A4A"/>
                </a:solidFill>
                <a:effectLst/>
                <a:uFillTx/>
                <a:latin typeface="Arial MT"/>
              </a:rPr>
              <a:t>équipements</a:t>
            </a:r>
            <a:r>
              <a:rPr lang="fr-FR" sz="2200" b="0" u="none" spc="-19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71" strike="noStrike">
                <a:solidFill>
                  <a:srgbClr val="4A4A4A"/>
                </a:solidFill>
                <a:effectLst/>
                <a:uFillTx/>
                <a:latin typeface="Arial MT"/>
              </a:rPr>
              <a:t>de</a:t>
            </a:r>
            <a:r>
              <a:rPr lang="fr-FR" sz="2200" b="0" u="none" spc="-19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65" strike="noStrike">
                <a:solidFill>
                  <a:srgbClr val="4A4A4A"/>
                </a:solidFill>
                <a:effectLst/>
                <a:uFillTx/>
                <a:latin typeface="Arial MT"/>
              </a:rPr>
              <a:t>production</a:t>
            </a:r>
            <a:r>
              <a:rPr lang="fr-FR" sz="2200" b="0" u="none" spc="-136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99" strike="noStrike">
                <a:solidFill>
                  <a:srgbClr val="4A4A4A"/>
                </a:solidFill>
                <a:effectLst/>
                <a:uFillTx/>
                <a:latin typeface="Arial MT"/>
              </a:rPr>
              <a:t>en</a:t>
            </a:r>
            <a:r>
              <a:rPr lang="fr-FR" sz="2200" b="0" u="none" spc="-13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60" strike="noStrike">
                <a:solidFill>
                  <a:srgbClr val="4A4A4A"/>
                </a:solidFill>
                <a:effectLst/>
                <a:uFillTx/>
                <a:latin typeface="Arial MT"/>
              </a:rPr>
              <a:t>temps</a:t>
            </a:r>
            <a:r>
              <a:rPr lang="fr-FR" sz="2200" b="0" u="none" spc="-19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113" strike="noStrike">
                <a:solidFill>
                  <a:srgbClr val="4A4A4A"/>
                </a:solidFill>
                <a:effectLst/>
                <a:uFillTx/>
                <a:latin typeface="Arial MT"/>
              </a:rPr>
              <a:t>réel</a:t>
            </a:r>
            <a:r>
              <a:rPr lang="fr-FR" sz="2200" b="0" u="none" spc="-3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pour </a:t>
            </a:r>
            <a:r>
              <a:rPr lang="fr-FR" sz="2200" b="0" u="none" spc="-65" strike="noStrike">
                <a:solidFill>
                  <a:srgbClr val="4A4A4A"/>
                </a:solidFill>
                <a:effectLst/>
                <a:uFillTx/>
                <a:latin typeface="Arial MT"/>
              </a:rPr>
              <a:t>éviter</a:t>
            </a:r>
            <a:r>
              <a:rPr lang="fr-FR" sz="2200" b="0" u="none" spc="-25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60" strike="noStrike">
                <a:solidFill>
                  <a:srgbClr val="4A4A4A"/>
                </a:solidFill>
                <a:effectLst/>
                <a:uFillTx/>
                <a:latin typeface="Arial MT"/>
              </a:rPr>
              <a:t>les</a:t>
            </a:r>
            <a:r>
              <a:rPr lang="fr-FR" sz="2200" b="0" u="none" spc="-19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74" strike="noStrike">
                <a:solidFill>
                  <a:srgbClr val="4A4A4A"/>
                </a:solidFill>
                <a:effectLst/>
                <a:uFillTx/>
                <a:latin typeface="Arial MT"/>
              </a:rPr>
              <a:t>arrêts</a:t>
            </a:r>
            <a:r>
              <a:rPr lang="fr-FR" sz="2200" b="0" u="none" spc="-18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22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coûteux.</a:t>
            </a:r>
            <a:endParaRPr lang="fr-F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object 4"/>
          <p:cNvSpPr/>
          <p:nvPr/>
        </p:nvSpPr>
        <p:spPr>
          <a:xfrm>
            <a:off x="609480" y="5495760"/>
            <a:ext cx="10972440" cy="378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37800"/>
              <a:gd name="textAreaBottom" fmla="*/ 38160 h 37800"/>
            </a:gdLst>
            <a:ahLst/>
            <a:cxnLst/>
            <a:rect l="textAreaLeft" t="textAreaTop" r="textAreaRight" b="textAreaBottom"/>
            <a:pathLst>
              <a:path w="10972800" h="38100">
                <a:moveTo>
                  <a:pt x="10972799" y="38099"/>
                </a:moveTo>
                <a:lnTo>
                  <a:pt x="0" y="38099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38099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object 5"/>
          <p:cNvSpPr/>
          <p:nvPr/>
        </p:nvSpPr>
        <p:spPr>
          <a:xfrm>
            <a:off x="596880" y="5674680"/>
            <a:ext cx="138384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760" rIns="0" bIns="0" anchor="t">
            <a:spAutoFit/>
          </a:bodyPr>
          <a:p>
            <a:pPr marL="12600">
              <a:lnSpc>
                <a:spcPct val="100000"/>
              </a:lnSpc>
              <a:spcBef>
                <a:spcPts val="113"/>
              </a:spcBef>
            </a:pPr>
            <a:r>
              <a:rPr lang="fr-FR" sz="15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Amine SLAOUI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object 6"/>
          <p:cNvSpPr/>
          <p:nvPr/>
        </p:nvSpPr>
        <p:spPr>
          <a:xfrm>
            <a:off x="2463840" y="5674680"/>
            <a:ext cx="157428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760" rIns="0" bIns="0" anchor="t">
            <a:spAutoFit/>
          </a:bodyPr>
          <a:p>
            <a:pPr marL="12600">
              <a:lnSpc>
                <a:spcPct val="100000"/>
              </a:lnSpc>
              <a:spcBef>
                <a:spcPts val="113"/>
              </a:spcBef>
            </a:pPr>
            <a:r>
              <a:rPr lang="fr-FR" sz="15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Thomas </a:t>
            </a:r>
            <a:r>
              <a:rPr lang="fr-FR" sz="155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VELARD</a:t>
            </a:r>
            <a:endParaRPr lang="fr-FR" sz="1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object 9"/>
          <p:cNvSpPr/>
          <p:nvPr/>
        </p:nvSpPr>
        <p:spPr>
          <a:xfrm>
            <a:off x="10510920" y="5646600"/>
            <a:ext cx="1085400" cy="42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36720" rIns="0" bIns="0" anchor="t">
            <a:spAutoFit/>
          </a:bodyPr>
          <a:p>
            <a:pPr algn="r">
              <a:lnSpc>
                <a:spcPct val="100000"/>
              </a:lnSpc>
              <a:spcBef>
                <a:spcPts val="289"/>
              </a:spcBef>
            </a:pPr>
            <a:r>
              <a:rPr lang="fr-FR" sz="115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Télécom</a:t>
            </a:r>
            <a:r>
              <a:rPr lang="fr-FR" sz="1150" b="0" u="none" spc="-6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Paris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r">
              <a:lnSpc>
                <a:spcPct val="100000"/>
              </a:lnSpc>
              <a:spcBef>
                <a:spcPts val="196"/>
              </a:spcBef>
            </a:pPr>
            <a:r>
              <a:rPr lang="fr-FR" sz="115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Septembre</a:t>
            </a:r>
            <a:r>
              <a:rPr lang="fr-FR" sz="115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2026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10"/>
          <p:cNvPicPr/>
          <p:nvPr/>
        </p:nvPicPr>
        <p:blipFill>
          <a:blip r:embed="rId1"/>
          <a:stretch/>
        </p:blipFill>
        <p:spPr>
          <a:xfrm>
            <a:off x="10591920" y="343080"/>
            <a:ext cx="1271520" cy="17902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609480" y="619200"/>
            <a:ext cx="4917600" cy="1068840"/>
          </a:xfrm>
          <a:prstGeom prst="rect">
            <a:avLst/>
          </a:prstGeom>
          <a:noFill/>
          <a:ln w="0">
            <a:noFill/>
          </a:ln>
        </p:spPr>
        <p:txBody>
          <a:bodyPr lIns="0" tIns="17280" rIns="0" bIns="0" anchor="t">
            <a:spAutoFit/>
          </a:bodyPr>
          <a:p>
            <a:pPr marL="12600" indent="0" algn="l">
              <a:lnSpc>
                <a:spcPct val="100000"/>
              </a:lnSpc>
              <a:spcBef>
                <a:spcPts val="136"/>
              </a:spcBef>
              <a:buNone/>
              <a:tabLst>
                <a:tab pos="1878840" algn="l"/>
              </a:tabLst>
            </a:pPr>
            <a:r>
              <a:rPr lang="fr-FR" sz="345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Besoins</a:t>
            </a:r>
            <a:r>
              <a:rPr lang="fr-FR" sz="3450" b="1" u="none" spc="-51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345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métier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42" name="object 3"/>
          <p:cNvSpPr/>
          <p:nvPr/>
        </p:nvSpPr>
        <p:spPr>
          <a:xfrm>
            <a:off x="596880" y="1641240"/>
            <a:ext cx="10999800" cy="71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3920" rIns="0" bIns="0" anchor="t">
            <a:spAutoFit/>
          </a:bodyPr>
          <a:p>
            <a:pPr marL="12600">
              <a:lnSpc>
                <a:spcPts val="2631"/>
              </a:lnSpc>
              <a:spcBef>
                <a:spcPts val="346"/>
              </a:spcBef>
            </a:pPr>
            <a:r>
              <a:rPr lang="fr-FR" sz="2400" b="1" u="none" spc="-139" strike="noStrike">
                <a:solidFill>
                  <a:srgbClr val="111111"/>
                </a:solidFill>
                <a:effectLst/>
                <a:uFillTx/>
                <a:latin typeface="Arial"/>
              </a:rPr>
              <a:t>Voir</a:t>
            </a:r>
            <a:r>
              <a:rPr lang="fr-FR" sz="2400" b="1" u="none" spc="-32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une</a:t>
            </a:r>
            <a:r>
              <a:rPr lang="fr-FR" sz="2400" b="1" u="none" spc="-26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36" strike="noStrike">
                <a:solidFill>
                  <a:srgbClr val="111111"/>
                </a:solidFill>
                <a:effectLst/>
                <a:uFillTx/>
                <a:latin typeface="Arial"/>
              </a:rPr>
              <a:t>machine</a:t>
            </a:r>
            <a:r>
              <a:rPr lang="fr-FR" sz="2400" b="1" u="none" spc="-25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19" strike="noStrike">
                <a:solidFill>
                  <a:srgbClr val="111111"/>
                </a:solidFill>
                <a:effectLst/>
                <a:uFillTx/>
                <a:latin typeface="Arial"/>
              </a:rPr>
              <a:t>dériver</a:t>
            </a:r>
            <a:r>
              <a:rPr lang="fr-FR" sz="2400" b="1" u="none" spc="-32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30" strike="noStrike">
                <a:solidFill>
                  <a:srgbClr val="111111"/>
                </a:solidFill>
                <a:effectLst/>
                <a:uFillTx/>
                <a:latin typeface="Arial"/>
              </a:rPr>
              <a:t>avant</a:t>
            </a:r>
            <a:r>
              <a:rPr lang="fr-FR" sz="2400" b="1" u="none" spc="-24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30" strike="noStrike">
                <a:solidFill>
                  <a:srgbClr val="111111"/>
                </a:solidFill>
                <a:effectLst/>
                <a:uFillTx/>
                <a:latin typeface="Arial"/>
              </a:rPr>
              <a:t>qu’elle</a:t>
            </a:r>
            <a:r>
              <a:rPr lang="fr-FR" sz="2400" b="1" u="none" spc="-25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30" strike="noStrike">
                <a:solidFill>
                  <a:srgbClr val="111111"/>
                </a:solidFill>
                <a:effectLst/>
                <a:uFillTx/>
                <a:latin typeface="Arial"/>
              </a:rPr>
              <a:t>tombe</a:t>
            </a:r>
            <a:r>
              <a:rPr lang="fr-FR" sz="2400" b="1" u="none" spc="-26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2400" b="1" u="none" spc="-19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11" strike="noStrike">
                <a:solidFill>
                  <a:srgbClr val="111111"/>
                </a:solidFill>
                <a:effectLst/>
                <a:uFillTx/>
                <a:latin typeface="Arial"/>
              </a:rPr>
              <a:t>panne, </a:t>
            </a:r>
            <a:r>
              <a:rPr lang="fr-FR" sz="2400" b="1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et</a:t>
            </a:r>
            <a:r>
              <a:rPr lang="fr-FR" sz="2400" b="1" u="none" spc="-24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39" strike="noStrike">
                <a:solidFill>
                  <a:srgbClr val="111111"/>
                </a:solidFill>
                <a:effectLst/>
                <a:uFillTx/>
                <a:latin typeface="Arial"/>
              </a:rPr>
              <a:t>prouver</a:t>
            </a:r>
            <a:r>
              <a:rPr lang="fr-FR" sz="2400" b="1" u="none" spc="-33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19" strike="noStrike">
                <a:solidFill>
                  <a:srgbClr val="111111"/>
                </a:solidFill>
                <a:effectLst/>
                <a:uFillTx/>
                <a:latin typeface="Arial"/>
              </a:rPr>
              <a:t>que</a:t>
            </a:r>
            <a:r>
              <a:rPr lang="fr-FR" sz="2400" b="1" u="none" spc="-26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chaque</a:t>
            </a:r>
            <a:r>
              <a:rPr lang="fr-FR" sz="2400" b="1" u="none" spc="-26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05" strike="noStrike">
                <a:solidFill>
                  <a:srgbClr val="111111"/>
                </a:solidFill>
                <a:effectLst/>
                <a:uFillTx/>
                <a:latin typeface="Arial"/>
              </a:rPr>
              <a:t>alerte</a:t>
            </a:r>
            <a:r>
              <a:rPr lang="fr-FR" sz="2400" b="1" u="none" spc="-26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a</a:t>
            </a:r>
            <a:r>
              <a:rPr lang="fr-FR" sz="2400" b="1" u="none" spc="-36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été</a:t>
            </a:r>
            <a:r>
              <a:rPr lang="fr-FR" sz="2400" b="1" u="none" spc="-26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19" strike="noStrike">
                <a:solidFill>
                  <a:srgbClr val="111111"/>
                </a:solidFill>
                <a:effectLst/>
                <a:uFillTx/>
                <a:latin typeface="Arial"/>
              </a:rPr>
              <a:t>prise</a:t>
            </a:r>
            <a:r>
              <a:rPr lang="fr-FR" sz="2400" b="1" u="none" spc="-26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2400" b="1" u="none" spc="-20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240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charge.</a:t>
            </a:r>
            <a:endParaRPr lang="fr-F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object 17"/>
          <p:cNvSpPr/>
          <p:nvPr/>
        </p:nvSpPr>
        <p:spPr>
          <a:xfrm>
            <a:off x="8064360" y="2674440"/>
            <a:ext cx="2069640" cy="25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520" rIns="0" bIns="0" anchor="t">
            <a:spAutoFit/>
          </a:bodyPr>
          <a:p>
            <a:pPr marL="12600">
              <a:lnSpc>
                <a:spcPct val="100000"/>
              </a:lnSpc>
              <a:spcBef>
                <a:spcPts val="91"/>
              </a:spcBef>
            </a:pPr>
            <a:r>
              <a:rPr lang="fr-FR" sz="16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Bénéfices</a:t>
            </a:r>
            <a:r>
              <a:rPr lang="fr-FR" sz="1600" b="1" u="none" spc="-34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attendus</a:t>
            </a:r>
            <a:r>
              <a:rPr lang="fr-FR" sz="16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 :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object 6"/>
          <p:cNvSpPr/>
          <p:nvPr/>
        </p:nvSpPr>
        <p:spPr>
          <a:xfrm>
            <a:off x="596880" y="3195000"/>
            <a:ext cx="34502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L’état</a:t>
            </a:r>
            <a:r>
              <a:rPr lang="fr-FR" sz="1400" b="1" u="none" spc="-11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du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parc</a:t>
            </a:r>
            <a:r>
              <a:rPr lang="fr-FR" sz="1400" b="1" u="none" spc="-113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1400" b="1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96" strike="noStrike">
                <a:solidFill>
                  <a:srgbClr val="111111"/>
                </a:solidFill>
                <a:effectLst/>
                <a:uFillTx/>
                <a:latin typeface="Arial"/>
              </a:rPr>
              <a:t>un</a:t>
            </a:r>
            <a:r>
              <a:rPr lang="fr-FR" sz="140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instant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object 11"/>
          <p:cNvSpPr/>
          <p:nvPr/>
        </p:nvSpPr>
        <p:spPr>
          <a:xfrm>
            <a:off x="4407120" y="3185640"/>
            <a:ext cx="335052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pc="-51" strike="noStrike">
                <a:solidFill>
                  <a:srgbClr val="111111"/>
                </a:solidFill>
                <a:effectLst/>
                <a:uFillTx/>
                <a:latin typeface="Arial"/>
              </a:rPr>
              <a:t>Une</a:t>
            </a:r>
            <a:r>
              <a:rPr lang="fr-FR" sz="1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40" strike="noStrike">
                <a:solidFill>
                  <a:srgbClr val="111111"/>
                </a:solidFill>
                <a:effectLst/>
                <a:uFillTx/>
                <a:latin typeface="Arial"/>
              </a:rPr>
              <a:t>alerte</a:t>
            </a:r>
            <a:r>
              <a:rPr lang="fr-FR" sz="1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en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temps</a:t>
            </a:r>
            <a:r>
              <a:rPr lang="fr-FR" sz="1400" b="1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réel</a:t>
            </a:r>
            <a:r>
              <a:rPr lang="fr-FR" sz="1400" b="1" u="none" spc="-2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object 18"/>
          <p:cNvSpPr/>
          <p:nvPr/>
        </p:nvSpPr>
        <p:spPr>
          <a:xfrm>
            <a:off x="8064360" y="3195000"/>
            <a:ext cx="347436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Moins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d’arrêts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non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 planifiés</a:t>
            </a:r>
            <a:r>
              <a:rPr lang="fr-FR" sz="1400" b="1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object 7"/>
          <p:cNvSpPr/>
          <p:nvPr/>
        </p:nvSpPr>
        <p:spPr>
          <a:xfrm>
            <a:off x="596880" y="3530520"/>
            <a:ext cx="35708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Les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tendances</a:t>
            </a:r>
            <a:r>
              <a:rPr lang="fr-FR" sz="140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historiques des 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machines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object 12"/>
          <p:cNvSpPr/>
          <p:nvPr/>
        </p:nvSpPr>
        <p:spPr>
          <a:xfrm>
            <a:off x="4396320" y="3521160"/>
            <a:ext cx="323748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Prioriser les </a:t>
            </a: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interventions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object 13"/>
          <p:cNvSpPr/>
          <p:nvPr/>
        </p:nvSpPr>
        <p:spPr>
          <a:xfrm>
            <a:off x="4396320" y="3870720"/>
            <a:ext cx="3358080" cy="2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16000"/>
              </a:lnSpc>
              <a:spcBef>
                <a:spcPts val="96"/>
              </a:spcBef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Acquitter</a:t>
            </a:r>
            <a:r>
              <a:rPr lang="fr-FR" sz="1400" b="1" u="none" spc="-10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l’alerte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object 19"/>
          <p:cNvSpPr/>
          <p:nvPr/>
        </p:nvSpPr>
        <p:spPr>
          <a:xfrm>
            <a:off x="8084160" y="3530880"/>
            <a:ext cx="3255840" cy="24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7560" rIns="0" bIns="0" anchor="t">
            <a:spAutoFit/>
          </a:bodyPr>
          <a:p>
            <a:pPr marL="12600">
              <a:lnSpc>
                <a:spcPct val="113000"/>
              </a:lnSpc>
              <a:spcBef>
                <a:spcPts val="60"/>
              </a:spcBef>
            </a:pP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Éco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nom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ies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object 20"/>
          <p:cNvSpPr/>
          <p:nvPr/>
        </p:nvSpPr>
        <p:spPr>
          <a:xfrm>
            <a:off x="8083440" y="3890520"/>
            <a:ext cx="33138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Conformité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object 21"/>
          <p:cNvSpPr/>
          <p:nvPr/>
        </p:nvSpPr>
        <p:spPr>
          <a:xfrm>
            <a:off x="609480" y="6229440"/>
            <a:ext cx="10972440" cy="90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ftr" idx="19"/>
          </p:nvPr>
        </p:nvSpPr>
        <p:spPr>
          <a:xfrm>
            <a:off x="596880" y="6363720"/>
            <a:ext cx="73440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FactorySense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sldNum" idx="20"/>
          </p:nvPr>
        </p:nvSpPr>
        <p:spPr>
          <a:xfrm>
            <a:off x="11307600" y="6363720"/>
            <a:ext cx="28908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1</a:t>
            </a:r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5" name="Image 23"/>
          <p:cNvPicPr/>
          <p:nvPr/>
        </p:nvPicPr>
        <p:blipFill>
          <a:blip r:embed="rId1"/>
          <a:stretch/>
        </p:blipFill>
        <p:spPr>
          <a:xfrm>
            <a:off x="11288880" y="103680"/>
            <a:ext cx="811800" cy="11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ZoneTexte 27"/>
          <p:cNvSpPr/>
          <p:nvPr/>
        </p:nvSpPr>
        <p:spPr>
          <a:xfrm>
            <a:off x="501840" y="3850920"/>
            <a:ext cx="3669840" cy="27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marL="12600">
              <a:lnSpc>
                <a:spcPts val="1414"/>
              </a:lnSpc>
              <a:tabLst>
                <a:tab pos="3557880" algn="l"/>
              </a:tabLst>
            </a:pPr>
            <a:r>
              <a:rPr lang="fr-FR" sz="1400" b="1" u="none" spc="-40" strike="noStrike">
                <a:solidFill>
                  <a:srgbClr val="111111"/>
                </a:solidFill>
                <a:effectLst/>
                <a:uFillTx/>
                <a:latin typeface="Arial"/>
              </a:rPr>
              <a:t>Des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seui</a:t>
            </a:r>
            <a:r>
              <a:rPr lang="fr-FR" sz="1400" b="1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ls</a:t>
            </a:r>
            <a:r>
              <a:rPr lang="fr-FR" sz="1400" b="1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expl</a:t>
            </a: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icite</a:t>
            </a: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s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ZoneTexte 29"/>
          <p:cNvSpPr/>
          <p:nvPr/>
        </p:nvSpPr>
        <p:spPr>
          <a:xfrm>
            <a:off x="506160" y="2648160"/>
            <a:ext cx="27698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fr-FR" sz="16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Ingénieurs</a:t>
            </a:r>
            <a:r>
              <a:rPr lang="fr-FR" sz="1600" b="1" u="none" spc="-125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de</a:t>
            </a:r>
            <a:r>
              <a:rPr lang="fr-FR" sz="1600" b="1" u="none" spc="-125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production :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ZoneTexte 31"/>
          <p:cNvSpPr/>
          <p:nvPr/>
        </p:nvSpPr>
        <p:spPr>
          <a:xfrm>
            <a:off x="4308120" y="2648160"/>
            <a:ext cx="27698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fr-FR" sz="16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Équipes</a:t>
            </a:r>
            <a:r>
              <a:rPr lang="fr-FR" sz="1600" b="1" u="none" spc="-119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de</a:t>
            </a:r>
            <a:r>
              <a:rPr lang="fr-FR" sz="1600" b="1" u="none" spc="-119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6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maintenance :</a:t>
            </a:r>
            <a:endParaRPr lang="fr-F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596880" y="610560"/>
            <a:ext cx="5863320" cy="548280"/>
          </a:xfrm>
          <a:prstGeom prst="rect">
            <a:avLst/>
          </a:prstGeom>
          <a:noFill/>
          <a:ln w="0">
            <a:noFill/>
          </a:ln>
        </p:spPr>
        <p:txBody>
          <a:bodyPr lIns="0" tIns="17280" rIns="0" bIns="0" anchor="t">
            <a:spAutoFit/>
          </a:bodyPr>
          <a:p>
            <a:pPr marL="12600" indent="0" algn="l">
              <a:lnSpc>
                <a:spcPct val="100000"/>
              </a:lnSpc>
              <a:spcBef>
                <a:spcPts val="136"/>
              </a:spcBef>
              <a:buNone/>
              <a:tabLst>
                <a:tab pos="1878840" algn="l"/>
              </a:tabLst>
            </a:pPr>
            <a:r>
              <a:rPr lang="fr-FR" sz="345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Besoins</a:t>
            </a:r>
            <a:r>
              <a:rPr lang="fr-FR" sz="3450" b="1" u="none" spc="-51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345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techniques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60" name="object 5"/>
          <p:cNvSpPr/>
          <p:nvPr/>
        </p:nvSpPr>
        <p:spPr>
          <a:xfrm>
            <a:off x="596880" y="1738800"/>
            <a:ext cx="202968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520" rIns="0" bIns="0" anchor="t">
            <a:spAutoFit/>
          </a:bodyPr>
          <a:p>
            <a:pPr marL="12600">
              <a:lnSpc>
                <a:spcPct val="100000"/>
              </a:lnSpc>
              <a:spcBef>
                <a:spcPts val="91"/>
              </a:spcBef>
            </a:pPr>
            <a:r>
              <a:rPr lang="fr-FR" sz="15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Services</a:t>
            </a:r>
            <a:r>
              <a:rPr lang="fr-FR" sz="1500" b="1" u="none" spc="-125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113" strike="noStrike">
                <a:solidFill>
                  <a:srgbClr val="C00000"/>
                </a:solidFill>
                <a:effectLst/>
                <a:uFillTx/>
                <a:latin typeface="Arial"/>
              </a:rPr>
              <a:t>à</a:t>
            </a:r>
            <a:r>
              <a:rPr lang="fr-FR" sz="1500" b="1" u="none" spc="-190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développer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object 8"/>
          <p:cNvSpPr/>
          <p:nvPr/>
        </p:nvSpPr>
        <p:spPr>
          <a:xfrm>
            <a:off x="6197760" y="1738800"/>
            <a:ext cx="3342240" cy="2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520" rIns="0" bIns="0" anchor="t">
            <a:spAutoFit/>
          </a:bodyPr>
          <a:p>
            <a:pPr marL="12600">
              <a:lnSpc>
                <a:spcPct val="100000"/>
              </a:lnSpc>
              <a:spcBef>
                <a:spcPts val="91"/>
              </a:spcBef>
            </a:pPr>
            <a:r>
              <a:rPr lang="fr-FR" sz="15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Donné</a:t>
            </a:r>
            <a:r>
              <a:rPr lang="fr-FR" sz="15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es</a:t>
            </a:r>
            <a:r>
              <a:rPr lang="fr-FR" sz="1500" b="1" u="none" spc="-130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113" strike="noStrike">
                <a:solidFill>
                  <a:srgbClr val="C00000"/>
                </a:solidFill>
                <a:effectLst/>
                <a:uFillTx/>
                <a:latin typeface="Arial"/>
              </a:rPr>
              <a:t>à</a:t>
            </a:r>
            <a:r>
              <a:rPr lang="fr-FR" sz="1500" b="1" u="none" spc="-196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stocke</a:t>
            </a:r>
            <a:r>
              <a:rPr lang="fr-FR" sz="15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r</a:t>
            </a:r>
            <a:r>
              <a:rPr lang="fr-FR" sz="1500" b="1" u="none" spc="-184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51" strike="noStrike">
                <a:solidFill>
                  <a:srgbClr val="C00000"/>
                </a:solidFill>
                <a:effectLst/>
                <a:uFillTx/>
                <a:latin typeface="Arial"/>
              </a:rPr>
              <a:t>et</a:t>
            </a:r>
            <a:r>
              <a:rPr lang="fr-FR" sz="1500" b="1" u="none" spc="-111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sécuri</a:t>
            </a:r>
            <a:r>
              <a:rPr lang="fr-FR" sz="15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ser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2" name="object 4"/>
          <p:cNvGraphicFramePr/>
          <p:nvPr/>
        </p:nvGraphicFramePr>
        <p:xfrm>
          <a:off x="687240" y="2340000"/>
          <a:ext cx="5370480" cy="2892240"/>
        </p:xfrm>
        <a:graphic>
          <a:graphicData uri="http://schemas.openxmlformats.org/drawingml/2006/table">
            <a:tbl>
              <a:tblPr/>
              <a:tblGrid>
                <a:gridCol w="1460880"/>
                <a:gridCol w="2817360"/>
                <a:gridCol w="1092600"/>
              </a:tblGrid>
              <a:tr h="248040">
                <a:tc>
                  <a:txBody>
                    <a:bodyPr lIns="0" tIns="0" rIns="0" bIns="0" anchor="t">
                      <a:noAutofit/>
                    </a:bodyPr>
                    <a:p>
                      <a:pPr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Service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68760">
                        <a:lnSpc>
                          <a:spcPts val="1125"/>
                        </a:lnSpc>
                      </a:pPr>
                      <a:r>
                        <a:rPr lang="fr-FR" sz="1150" b="1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Rôle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71640"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Brique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</a:tr>
              <a:tr h="36108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Ingestion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87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Télémétrie</a:t>
                      </a:r>
                      <a:r>
                        <a:rPr lang="fr-FR" sz="1300" b="0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capteurs</a:t>
                      </a:r>
                      <a:r>
                        <a:rPr lang="fr-FR" sz="1300" b="0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authentifiés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16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FastAPI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46728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Détection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87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Seuils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:</a:t>
                      </a:r>
                      <a:r>
                        <a:rPr lang="fr-FR" sz="1300" b="0" u="none" spc="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une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</a:t>
                      </a:r>
                      <a:r>
                        <a:rPr lang="fr-FR" sz="1300" b="0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par</a:t>
                      </a:r>
                      <a:r>
                        <a:rPr lang="fr-FR" sz="1300" b="0" u="none" spc="-13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franchissement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16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FastAPI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7044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Séries</a:t>
                      </a:r>
                      <a:r>
                        <a:rPr lang="fr-FR" sz="1300" b="1" u="none" spc="-7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temporelles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87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Historique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des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mesures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16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InfluxDB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6108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Alertes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87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État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actif</a:t>
                      </a:r>
                      <a:r>
                        <a:rPr lang="fr-FR" sz="1300" b="0" u="none" spc="-12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25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Microsoft Sans Serif"/>
                        </a:rPr>
                        <a:t>→</a:t>
                      </a:r>
                      <a:r>
                        <a:rPr lang="fr-FR" sz="1250" b="0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Microsoft Sans Serif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acquitté,</a:t>
                      </a:r>
                      <a:r>
                        <a:rPr lang="fr-FR" sz="1300" b="0" u="none" spc="1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partagé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16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PostgreSQL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6108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Temps</a:t>
                      </a:r>
                      <a:r>
                        <a:rPr lang="fr-FR" sz="1300" b="1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réel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87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Pousser</a:t>
                      </a:r>
                      <a:r>
                        <a:rPr lang="fr-FR" sz="1300" b="0" u="none" spc="-11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les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alertes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</a:t>
                      </a: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navigateur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16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WebSocket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6108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Visualisation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87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Tableau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pc="-10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bord,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courbes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16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Node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6216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Répartition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876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Charge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répartie</a:t>
                      </a:r>
                      <a:r>
                        <a:rPr lang="fr-FR" sz="1300" b="0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entre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répliques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16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nginx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graphicFrame>
        <p:nvGraphicFramePr>
          <p:cNvPr id="63" name="object 7"/>
          <p:cNvGraphicFramePr/>
          <p:nvPr/>
        </p:nvGraphicFramePr>
        <p:xfrm>
          <a:off x="6210360" y="2315160"/>
          <a:ext cx="5371920" cy="2904480"/>
        </p:xfrm>
        <a:graphic>
          <a:graphicData uri="http://schemas.openxmlformats.org/drawingml/2006/table">
            <a:tbl>
              <a:tblPr/>
              <a:tblGrid>
                <a:gridCol w="1041840"/>
                <a:gridCol w="2372760"/>
                <a:gridCol w="1957680"/>
              </a:tblGrid>
              <a:tr h="280800">
                <a:tc>
                  <a:txBody>
                    <a:bodyPr lIns="0" tIns="0" rIns="0" bIns="0" anchor="t">
                      <a:noAutofit/>
                    </a:bodyPr>
                    <a:p>
                      <a:pPr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Donnée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163800"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Enjeu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74880"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Protection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</a:tr>
              <a:tr h="65196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Télémétrie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1638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Intégrité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:</a:t>
                      </a:r>
                      <a:r>
                        <a:rPr lang="fr-FR" sz="1300" b="0" u="none" spc="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une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mesure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falsifiée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masque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une</a:t>
                      </a:r>
                      <a:r>
                        <a:rPr lang="fr-FR" sz="1300" b="0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panne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48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Capteurs</a:t>
                      </a:r>
                      <a:r>
                        <a:rPr lang="fr-FR" sz="1300" b="0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authentifiés,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74880">
                        <a:lnSpc>
                          <a:spcPct val="100000"/>
                        </a:lnSpc>
                        <a:spcBef>
                          <a:spcPts val="91"/>
                        </a:spcBef>
                      </a:pP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entrées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validées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2508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Journal</a:t>
                      </a:r>
                      <a:r>
                        <a:rPr lang="fr-FR" sz="1300" b="1" u="none" spc="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1638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Registre</a:t>
                      </a:r>
                      <a:r>
                        <a:rPr lang="fr-FR" sz="1300" b="0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maintenance,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48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Base</a:t>
                      </a:r>
                      <a:r>
                        <a:rPr lang="fr-FR" sz="1300" b="0" u="none" spc="-10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interne,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non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37680">
                <a:tc>
                  <a:txBody>
                    <a:bodyPr lIns="0" tIns="0" rIns="0" bIns="0" anchor="t">
                      <a:noAutofit/>
                    </a:bodyPr>
                    <a:p>
                      <a:pPr>
                        <a:lnSpc>
                          <a:spcPts val="1539"/>
                        </a:lnSpc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alertes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163800">
                        <a:lnSpc>
                          <a:spcPts val="1539"/>
                        </a:lnSpc>
                      </a:pP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preuve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en</a:t>
                      </a: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audit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74880">
                        <a:lnSpc>
                          <a:spcPts val="1539"/>
                        </a:lnSpc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exposée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65196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Secrets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1638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Tokens,</a:t>
                      </a: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mots</a:t>
                      </a:r>
                      <a:r>
                        <a:rPr lang="fr-FR" sz="1300" b="0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pc="-10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passe,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clé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des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capteurs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48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200" b="0" u="none" spc="-28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Lucida Console"/>
                        </a:rPr>
                        <a:t>.</a:t>
                      </a:r>
                      <a:r>
                        <a:rPr lang="fr-FR" sz="1200" b="0" u="none" spc="-51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Lucida Console"/>
                        </a:rPr>
                        <a:t> </a:t>
                      </a:r>
                      <a:r>
                        <a:rPr lang="fr-FR" sz="1200" b="0" u="none" spc="-9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Lucida Console"/>
                        </a:rPr>
                        <a:t>env</a:t>
                      </a:r>
                      <a:r>
                        <a:rPr lang="fr-FR" sz="1200" b="0" u="none" spc="-45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Lucida Console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hors</a:t>
                      </a:r>
                      <a:r>
                        <a:rPr lang="fr-FR" sz="1300" b="0" u="none" spc="-9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du</a:t>
                      </a:r>
                      <a:r>
                        <a:rPr lang="fr-FR" sz="1300" b="0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dépôt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65736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Seuils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1638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seuil</a:t>
                      </a:r>
                      <a:r>
                        <a:rPr lang="fr-FR" sz="1300" b="0" u="none" spc="-1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erroné</a:t>
                      </a:r>
                      <a:r>
                        <a:rPr lang="fr-FR" sz="1300" b="0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rend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l’alerte muette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748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Versionnés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avec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le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code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4" name="object 9"/>
          <p:cNvSpPr/>
          <p:nvPr/>
        </p:nvSpPr>
        <p:spPr>
          <a:xfrm>
            <a:off x="3506760" y="5580000"/>
            <a:ext cx="5178240" cy="474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 algn="ctr">
              <a:lnSpc>
                <a:spcPct val="111000"/>
              </a:lnSpc>
              <a:spcBef>
                <a:spcPts val="96"/>
              </a:spcBef>
            </a:pPr>
            <a:r>
              <a:rPr lang="fr-FR" sz="14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Exigences</a:t>
            </a:r>
            <a:r>
              <a:rPr lang="fr-FR" sz="1400" b="0" u="none" spc="-8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4A4A4A"/>
                </a:solidFill>
                <a:effectLst/>
                <a:uFillTx/>
                <a:latin typeface="Arial MT"/>
              </a:rPr>
              <a:t>transverses</a:t>
            </a:r>
            <a:r>
              <a:rPr lang="fr-FR" sz="1400" b="0" u="none" spc="-8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9" strike="noStrike">
                <a:solidFill>
                  <a:srgbClr val="4A4A4A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5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montée</a:t>
            </a:r>
            <a:r>
              <a:rPr lang="fr-FR" sz="1400" b="0" u="none" spc="-9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5" strike="noStrike">
                <a:solidFill>
                  <a:srgbClr val="4A4A4A"/>
                </a:solidFill>
                <a:effectLst/>
                <a:uFillTx/>
                <a:latin typeface="Arial MT"/>
              </a:rPr>
              <a:t>en </a:t>
            </a:r>
            <a:r>
              <a:rPr lang="fr-FR" sz="1400" b="0" u="none" spc="-34" strike="noStrike">
                <a:solidFill>
                  <a:srgbClr val="4A4A4A"/>
                </a:solidFill>
                <a:effectLst/>
                <a:uFillTx/>
                <a:latin typeface="Arial MT"/>
              </a:rPr>
              <a:t>charge</a:t>
            </a:r>
            <a:r>
              <a:rPr lang="fr-FR" sz="1400" b="0" u="none" spc="-9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horizontale,</a:t>
            </a:r>
            <a:r>
              <a:rPr lang="fr-FR" sz="1400" b="0" u="none" spc="4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redémarra</a:t>
            </a:r>
            <a:r>
              <a:rPr lang="fr-FR" sz="14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ge </a:t>
            </a:r>
            <a:r>
              <a:rPr lang="fr-FR" sz="14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automatiqu</a:t>
            </a:r>
            <a:r>
              <a:rPr lang="fr-FR" sz="14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e,</a:t>
            </a:r>
            <a:r>
              <a:rPr lang="fr-FR" sz="1400" b="0" u="none" spc="3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0" strike="noStrike">
                <a:solidFill>
                  <a:srgbClr val="4A4A4A"/>
                </a:solidFill>
                <a:effectLst/>
                <a:uFillTx/>
                <a:latin typeface="Arial MT"/>
              </a:rPr>
              <a:t>démarrage</a:t>
            </a:r>
            <a:r>
              <a:rPr lang="fr-FR" sz="1400" b="0" u="none" spc="-96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5" strike="noStrike">
                <a:solidFill>
                  <a:srgbClr val="4A4A4A"/>
                </a:solidFill>
                <a:effectLst/>
                <a:uFillTx/>
                <a:latin typeface="Arial MT"/>
              </a:rPr>
              <a:t>en</a:t>
            </a:r>
            <a:r>
              <a:rPr lang="fr-FR" sz="1400" b="0" u="none" spc="-5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4A4A4A"/>
                </a:solidFill>
                <a:effectLst/>
                <a:uFillTx/>
                <a:latin typeface="Arial MT"/>
              </a:rPr>
              <a:t>une</a:t>
            </a:r>
            <a:r>
              <a:rPr lang="fr-FR" sz="1400" b="0" u="none" spc="-99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commande</a:t>
            </a:r>
            <a:r>
              <a:rPr lang="fr-FR" sz="14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object 10"/>
          <p:cNvSpPr/>
          <p:nvPr/>
        </p:nvSpPr>
        <p:spPr>
          <a:xfrm>
            <a:off x="609480" y="6229440"/>
            <a:ext cx="10972440" cy="90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ftr" idx="21"/>
          </p:nvPr>
        </p:nvSpPr>
        <p:spPr>
          <a:xfrm>
            <a:off x="596880" y="6363720"/>
            <a:ext cx="73440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FactorySense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22"/>
          </p:nvPr>
        </p:nvSpPr>
        <p:spPr>
          <a:xfrm>
            <a:off x="11307600" y="6363720"/>
            <a:ext cx="28908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2</a:t>
            </a:r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8" name="Image 12"/>
          <p:cNvPicPr/>
          <p:nvPr/>
        </p:nvPicPr>
        <p:blipFill>
          <a:blip r:embed="rId1"/>
          <a:stretch/>
        </p:blipFill>
        <p:spPr>
          <a:xfrm>
            <a:off x="11288880" y="103680"/>
            <a:ext cx="811800" cy="1143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object 62"/>
          <p:cNvSpPr/>
          <p:nvPr/>
        </p:nvSpPr>
        <p:spPr>
          <a:xfrm>
            <a:off x="900000" y="5326560"/>
            <a:ext cx="5180040" cy="6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344960">
              <a:lnSpc>
                <a:spcPct val="100000"/>
              </a:lnSpc>
              <a:spcBef>
                <a:spcPts val="111"/>
              </a:spcBef>
            </a:pP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740"/>
              </a:spcBef>
            </a:pPr>
            <a:endParaRPr lang="fr-FR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tabLst>
                <a:tab pos="2863080" algn="l"/>
              </a:tabLst>
            </a:pPr>
            <a:r>
              <a:rPr lang="fr-FR" sz="115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sans</a:t>
            </a:r>
            <a:r>
              <a:rPr lang="fr-FR" sz="1150" b="0" u="none" spc="-7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état</a:t>
            </a:r>
            <a:r>
              <a:rPr lang="fr-FR" sz="1150" b="0" u="none" spc="-65" strike="noStrike">
                <a:solidFill>
                  <a:srgbClr val="4A4A4A"/>
                </a:solidFill>
                <a:effectLst/>
                <a:uFillTx/>
                <a:latin typeface="Arial MT"/>
              </a:rPr>
              <a:t>, </a:t>
            </a:r>
            <a:r>
              <a:rPr lang="fr-FR" sz="115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se</a:t>
            </a:r>
            <a:r>
              <a:rPr lang="fr-FR" sz="1150" b="0" u="none" spc="-7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réplique</a:t>
            </a:r>
            <a:r>
              <a:rPr lang="fr-FR" sz="1150" b="0" u="none" spc="-7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avec</a:t>
            </a:r>
            <a:r>
              <a:rPr lang="fr-FR" sz="1150" b="0" u="none" spc="-7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579" b="0" u="none" spc="-128" strike="noStrike" baseline="2000">
                <a:solidFill>
                  <a:srgbClr val="4A4A4A"/>
                </a:solidFill>
                <a:effectLst/>
                <a:uFillTx/>
                <a:latin typeface="Lucida Console"/>
              </a:rPr>
              <a:t>-</a:t>
            </a:r>
            <a:r>
              <a:rPr lang="fr-FR" sz="1579" b="0" u="none" spc="-261" strike="noStrike" baseline="2000">
                <a:solidFill>
                  <a:srgbClr val="4A4A4A"/>
                </a:solidFill>
                <a:effectLst/>
                <a:uFillTx/>
                <a:latin typeface="Lucida Console"/>
              </a:rPr>
              <a:t>-</a:t>
            </a:r>
            <a:r>
              <a:rPr lang="fr-FR" sz="1579" b="0" u="none" spc="-794" strike="noStrike" baseline="2000">
                <a:solidFill>
                  <a:srgbClr val="4A4A4A"/>
                </a:solidFill>
                <a:effectLst/>
                <a:uFillTx/>
                <a:latin typeface="Lucida Console"/>
              </a:rPr>
              <a:t> </a:t>
            </a:r>
            <a:r>
              <a:rPr lang="fr-FR" sz="1579" b="0" u="none" spc="-31" strike="noStrike" baseline="2000">
                <a:solidFill>
                  <a:srgbClr val="4A4A4A"/>
                </a:solidFill>
                <a:effectLst/>
                <a:uFillTx/>
                <a:latin typeface="Lucida Console"/>
              </a:rPr>
              <a:t>scale</a:t>
            </a:r>
            <a:r>
              <a:rPr lang="fr-FR" sz="1579" b="0" u="none" strike="noStrike" baseline="2000">
                <a:solidFill>
                  <a:srgbClr val="4A4A4A"/>
                </a:solidFill>
                <a:effectLst/>
                <a:uFillTx/>
                <a:latin typeface="Lucida Console"/>
              </a:rPr>
              <a:t>	</a:t>
            </a:r>
            <a:r>
              <a:rPr lang="fr-FR" sz="115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avec</a:t>
            </a:r>
            <a:r>
              <a:rPr lang="fr-FR" sz="1150" b="0" u="none" spc="-8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état</a:t>
            </a:r>
            <a:r>
              <a:rPr lang="fr-FR" sz="1150" b="0" u="none" spc="-7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130" strike="noStrike">
                <a:solidFill>
                  <a:srgbClr val="4A4A4A"/>
                </a:solidFill>
                <a:effectLst/>
                <a:uFillTx/>
                <a:latin typeface="Arial MT"/>
              </a:rPr>
              <a:t> -  </a:t>
            </a:r>
            <a:r>
              <a:rPr lang="fr-FR" sz="115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volume</a:t>
            </a:r>
            <a:r>
              <a:rPr lang="fr-FR" sz="1150" b="0" u="none" spc="-79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5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persistant</a:t>
            </a:r>
            <a:endParaRPr lang="fr-FR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596880" y="620640"/>
            <a:ext cx="6407280" cy="548280"/>
          </a:xfrm>
          <a:prstGeom prst="rect">
            <a:avLst/>
          </a:prstGeom>
          <a:noFill/>
          <a:ln w="0">
            <a:noFill/>
          </a:ln>
        </p:spPr>
        <p:txBody>
          <a:bodyPr lIns="0" tIns="17280" rIns="0" bIns="0" anchor="t">
            <a:spAutoFit/>
          </a:bodyPr>
          <a:p>
            <a:pPr marL="12600" indent="0" algn="l">
              <a:lnSpc>
                <a:spcPct val="100000"/>
              </a:lnSpc>
              <a:spcBef>
                <a:spcPts val="136"/>
              </a:spcBef>
              <a:buNone/>
              <a:tabLst>
                <a:tab pos="1878840" algn="l"/>
              </a:tabLst>
            </a:pPr>
            <a:r>
              <a:rPr lang="fr-FR" sz="3450" b="1" u="none" spc="-45" strike="noStrike">
                <a:solidFill>
                  <a:srgbClr val="111111"/>
                </a:solidFill>
                <a:effectLst/>
                <a:uFillTx/>
                <a:latin typeface="Arial"/>
              </a:rPr>
              <a:t>Architecture</a:t>
            </a:r>
            <a:r>
              <a:rPr lang="fr-FR" sz="3450" b="1" u="none" spc="-47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345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proposée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sp>
        <p:nvSpPr>
          <p:cNvPr id="71" name="object 3"/>
          <p:cNvSpPr/>
          <p:nvPr/>
        </p:nvSpPr>
        <p:spPr>
          <a:xfrm>
            <a:off x="2172600" y="1708920"/>
            <a:ext cx="4711320" cy="3269880"/>
          </a:xfrm>
          <a:custGeom>
            <a:avLst/>
            <a:gdLst>
              <a:gd name="textAreaLeft" fmla="*/ 0 w 4711320"/>
              <a:gd name="textAreaRight" fmla="*/ 4711680 w 4711320"/>
              <a:gd name="textAreaTop" fmla="*/ 0 h 3269880"/>
              <a:gd name="textAreaBottom" fmla="*/ 3270240 h 3269880"/>
            </a:gdLst>
            <a:ahLst/>
            <a:cxnLst/>
            <a:rect l="textAreaLeft" t="textAreaTop" r="textAreaRight" b="textAreaBottom"/>
            <a:pathLst>
              <a:path w="4711700" h="3270250">
                <a:moveTo>
                  <a:pt x="94581" y="9007"/>
                </a:moveTo>
                <a:lnTo>
                  <a:pt x="67558" y="9007"/>
                </a:lnTo>
                <a:lnTo>
                  <a:pt x="67558" y="0"/>
                </a:lnTo>
                <a:lnTo>
                  <a:pt x="94581" y="0"/>
                </a:lnTo>
                <a:lnTo>
                  <a:pt x="94581" y="9007"/>
                </a:lnTo>
                <a:close/>
              </a:path>
              <a:path w="4711700" h="3270250">
                <a:moveTo>
                  <a:pt x="157636" y="9007"/>
                </a:moveTo>
                <a:lnTo>
                  <a:pt x="130612" y="9007"/>
                </a:lnTo>
                <a:lnTo>
                  <a:pt x="130612" y="0"/>
                </a:lnTo>
                <a:lnTo>
                  <a:pt x="157636" y="0"/>
                </a:lnTo>
                <a:lnTo>
                  <a:pt x="157636" y="9007"/>
                </a:lnTo>
                <a:close/>
              </a:path>
              <a:path w="4711700" h="3270250">
                <a:moveTo>
                  <a:pt x="220690" y="9007"/>
                </a:moveTo>
                <a:lnTo>
                  <a:pt x="193667" y="9007"/>
                </a:lnTo>
                <a:lnTo>
                  <a:pt x="193667" y="0"/>
                </a:lnTo>
                <a:lnTo>
                  <a:pt x="220690" y="0"/>
                </a:lnTo>
                <a:lnTo>
                  <a:pt x="220690" y="9007"/>
                </a:lnTo>
                <a:close/>
              </a:path>
              <a:path w="4711700" h="3270250">
                <a:moveTo>
                  <a:pt x="283745" y="9007"/>
                </a:moveTo>
                <a:lnTo>
                  <a:pt x="256721" y="9007"/>
                </a:lnTo>
                <a:lnTo>
                  <a:pt x="256721" y="0"/>
                </a:lnTo>
                <a:lnTo>
                  <a:pt x="283745" y="0"/>
                </a:lnTo>
                <a:lnTo>
                  <a:pt x="283745" y="9007"/>
                </a:lnTo>
                <a:close/>
              </a:path>
              <a:path w="4711700" h="3270250">
                <a:moveTo>
                  <a:pt x="346799" y="9007"/>
                </a:moveTo>
                <a:lnTo>
                  <a:pt x="319776" y="9007"/>
                </a:lnTo>
                <a:lnTo>
                  <a:pt x="319776" y="0"/>
                </a:lnTo>
                <a:lnTo>
                  <a:pt x="346799" y="0"/>
                </a:lnTo>
                <a:lnTo>
                  <a:pt x="346799" y="9007"/>
                </a:lnTo>
                <a:close/>
              </a:path>
              <a:path w="4711700" h="3270250">
                <a:moveTo>
                  <a:pt x="409854" y="9007"/>
                </a:moveTo>
                <a:lnTo>
                  <a:pt x="382831" y="9007"/>
                </a:lnTo>
                <a:lnTo>
                  <a:pt x="382831" y="0"/>
                </a:lnTo>
                <a:lnTo>
                  <a:pt x="409854" y="0"/>
                </a:lnTo>
                <a:lnTo>
                  <a:pt x="409854" y="9007"/>
                </a:lnTo>
                <a:close/>
              </a:path>
              <a:path w="4711700" h="3270250">
                <a:moveTo>
                  <a:pt x="472908" y="9007"/>
                </a:moveTo>
                <a:lnTo>
                  <a:pt x="445885" y="9007"/>
                </a:lnTo>
                <a:lnTo>
                  <a:pt x="445885" y="0"/>
                </a:lnTo>
                <a:lnTo>
                  <a:pt x="472908" y="0"/>
                </a:lnTo>
                <a:lnTo>
                  <a:pt x="472908" y="9007"/>
                </a:lnTo>
                <a:close/>
              </a:path>
              <a:path w="4711700" h="3270250">
                <a:moveTo>
                  <a:pt x="535963" y="9007"/>
                </a:moveTo>
                <a:lnTo>
                  <a:pt x="508940" y="9007"/>
                </a:lnTo>
                <a:lnTo>
                  <a:pt x="508940" y="0"/>
                </a:lnTo>
                <a:lnTo>
                  <a:pt x="535963" y="0"/>
                </a:lnTo>
                <a:lnTo>
                  <a:pt x="535963" y="9007"/>
                </a:lnTo>
                <a:close/>
              </a:path>
              <a:path w="4711700" h="3270250">
                <a:moveTo>
                  <a:pt x="599017" y="9007"/>
                </a:moveTo>
                <a:lnTo>
                  <a:pt x="571994" y="9007"/>
                </a:lnTo>
                <a:lnTo>
                  <a:pt x="571994" y="0"/>
                </a:lnTo>
                <a:lnTo>
                  <a:pt x="599017" y="0"/>
                </a:lnTo>
                <a:lnTo>
                  <a:pt x="599017" y="9007"/>
                </a:lnTo>
                <a:close/>
              </a:path>
              <a:path w="4711700" h="3270250">
                <a:moveTo>
                  <a:pt x="662072" y="9007"/>
                </a:moveTo>
                <a:lnTo>
                  <a:pt x="635049" y="9007"/>
                </a:lnTo>
                <a:lnTo>
                  <a:pt x="635049" y="0"/>
                </a:lnTo>
                <a:lnTo>
                  <a:pt x="662072" y="0"/>
                </a:lnTo>
                <a:lnTo>
                  <a:pt x="662072" y="9007"/>
                </a:lnTo>
                <a:close/>
              </a:path>
              <a:path w="4711700" h="3270250">
                <a:moveTo>
                  <a:pt x="725127" y="9007"/>
                </a:moveTo>
                <a:lnTo>
                  <a:pt x="698103" y="9007"/>
                </a:lnTo>
                <a:lnTo>
                  <a:pt x="698103" y="0"/>
                </a:lnTo>
                <a:lnTo>
                  <a:pt x="725127" y="0"/>
                </a:lnTo>
                <a:lnTo>
                  <a:pt x="725127" y="9007"/>
                </a:lnTo>
                <a:close/>
              </a:path>
              <a:path w="4711700" h="3270250">
                <a:moveTo>
                  <a:pt x="788181" y="9007"/>
                </a:moveTo>
                <a:lnTo>
                  <a:pt x="761158" y="9007"/>
                </a:lnTo>
                <a:lnTo>
                  <a:pt x="761158" y="0"/>
                </a:lnTo>
                <a:lnTo>
                  <a:pt x="788181" y="0"/>
                </a:lnTo>
                <a:lnTo>
                  <a:pt x="788181" y="9007"/>
                </a:lnTo>
                <a:close/>
              </a:path>
              <a:path w="4711700" h="3270250">
                <a:moveTo>
                  <a:pt x="851236" y="9007"/>
                </a:moveTo>
                <a:lnTo>
                  <a:pt x="824212" y="9007"/>
                </a:lnTo>
                <a:lnTo>
                  <a:pt x="824212" y="0"/>
                </a:lnTo>
                <a:lnTo>
                  <a:pt x="851236" y="0"/>
                </a:lnTo>
                <a:lnTo>
                  <a:pt x="851236" y="9007"/>
                </a:lnTo>
                <a:close/>
              </a:path>
              <a:path w="4711700" h="3270250">
                <a:moveTo>
                  <a:pt x="914290" y="9007"/>
                </a:moveTo>
                <a:lnTo>
                  <a:pt x="887267" y="9007"/>
                </a:lnTo>
                <a:lnTo>
                  <a:pt x="887267" y="0"/>
                </a:lnTo>
                <a:lnTo>
                  <a:pt x="914290" y="0"/>
                </a:lnTo>
                <a:lnTo>
                  <a:pt x="914290" y="9007"/>
                </a:lnTo>
                <a:close/>
              </a:path>
              <a:path w="4711700" h="3270250">
                <a:moveTo>
                  <a:pt x="977345" y="9007"/>
                </a:moveTo>
                <a:lnTo>
                  <a:pt x="950321" y="9007"/>
                </a:lnTo>
                <a:lnTo>
                  <a:pt x="950321" y="0"/>
                </a:lnTo>
                <a:lnTo>
                  <a:pt x="977345" y="0"/>
                </a:lnTo>
                <a:lnTo>
                  <a:pt x="977345" y="9007"/>
                </a:lnTo>
                <a:close/>
              </a:path>
              <a:path w="4711700" h="3270250">
                <a:moveTo>
                  <a:pt x="1040399" y="9007"/>
                </a:moveTo>
                <a:lnTo>
                  <a:pt x="1013376" y="9007"/>
                </a:lnTo>
                <a:lnTo>
                  <a:pt x="1013376" y="0"/>
                </a:lnTo>
                <a:lnTo>
                  <a:pt x="1040399" y="0"/>
                </a:lnTo>
                <a:lnTo>
                  <a:pt x="1040399" y="9007"/>
                </a:lnTo>
                <a:close/>
              </a:path>
              <a:path w="4711700" h="3270250">
                <a:moveTo>
                  <a:pt x="1103454" y="9007"/>
                </a:moveTo>
                <a:lnTo>
                  <a:pt x="1076430" y="9007"/>
                </a:lnTo>
                <a:lnTo>
                  <a:pt x="1076430" y="0"/>
                </a:lnTo>
                <a:lnTo>
                  <a:pt x="1103454" y="0"/>
                </a:lnTo>
                <a:lnTo>
                  <a:pt x="1103454" y="9007"/>
                </a:lnTo>
                <a:close/>
              </a:path>
              <a:path w="4711700" h="3270250">
                <a:moveTo>
                  <a:pt x="1166508" y="9007"/>
                </a:moveTo>
                <a:lnTo>
                  <a:pt x="1139485" y="9007"/>
                </a:lnTo>
                <a:lnTo>
                  <a:pt x="1139485" y="0"/>
                </a:lnTo>
                <a:lnTo>
                  <a:pt x="1166508" y="0"/>
                </a:lnTo>
                <a:lnTo>
                  <a:pt x="1166508" y="9007"/>
                </a:lnTo>
                <a:close/>
              </a:path>
              <a:path w="4711700" h="3270250">
                <a:moveTo>
                  <a:pt x="1229563" y="9007"/>
                </a:moveTo>
                <a:lnTo>
                  <a:pt x="1202539" y="9007"/>
                </a:lnTo>
                <a:lnTo>
                  <a:pt x="1202539" y="0"/>
                </a:lnTo>
                <a:lnTo>
                  <a:pt x="1229563" y="0"/>
                </a:lnTo>
                <a:lnTo>
                  <a:pt x="1229563" y="9007"/>
                </a:lnTo>
                <a:close/>
              </a:path>
              <a:path w="4711700" h="3270250">
                <a:moveTo>
                  <a:pt x="1292617" y="9007"/>
                </a:moveTo>
                <a:lnTo>
                  <a:pt x="1265594" y="9007"/>
                </a:lnTo>
                <a:lnTo>
                  <a:pt x="1265594" y="0"/>
                </a:lnTo>
                <a:lnTo>
                  <a:pt x="1292617" y="0"/>
                </a:lnTo>
                <a:lnTo>
                  <a:pt x="1292617" y="9007"/>
                </a:lnTo>
                <a:close/>
              </a:path>
              <a:path w="4711700" h="3270250">
                <a:moveTo>
                  <a:pt x="1355672" y="9007"/>
                </a:moveTo>
                <a:lnTo>
                  <a:pt x="1328648" y="9007"/>
                </a:lnTo>
                <a:lnTo>
                  <a:pt x="1328648" y="0"/>
                </a:lnTo>
                <a:lnTo>
                  <a:pt x="1355672" y="0"/>
                </a:lnTo>
                <a:lnTo>
                  <a:pt x="1355672" y="9007"/>
                </a:lnTo>
                <a:close/>
              </a:path>
              <a:path w="4711700" h="3270250">
                <a:moveTo>
                  <a:pt x="1418726" y="9007"/>
                </a:moveTo>
                <a:lnTo>
                  <a:pt x="1391703" y="9007"/>
                </a:lnTo>
                <a:lnTo>
                  <a:pt x="1391703" y="0"/>
                </a:lnTo>
                <a:lnTo>
                  <a:pt x="1418726" y="0"/>
                </a:lnTo>
                <a:lnTo>
                  <a:pt x="1418726" y="9007"/>
                </a:lnTo>
                <a:close/>
              </a:path>
              <a:path w="4711700" h="3270250">
                <a:moveTo>
                  <a:pt x="1481781" y="9007"/>
                </a:moveTo>
                <a:lnTo>
                  <a:pt x="1454757" y="9007"/>
                </a:lnTo>
                <a:lnTo>
                  <a:pt x="1454757" y="0"/>
                </a:lnTo>
                <a:lnTo>
                  <a:pt x="1481781" y="0"/>
                </a:lnTo>
                <a:lnTo>
                  <a:pt x="1481781" y="9007"/>
                </a:lnTo>
                <a:close/>
              </a:path>
              <a:path w="4711700" h="3270250">
                <a:moveTo>
                  <a:pt x="1544835" y="9007"/>
                </a:moveTo>
                <a:lnTo>
                  <a:pt x="1517812" y="9007"/>
                </a:lnTo>
                <a:lnTo>
                  <a:pt x="1517812" y="0"/>
                </a:lnTo>
                <a:lnTo>
                  <a:pt x="1544835" y="0"/>
                </a:lnTo>
                <a:lnTo>
                  <a:pt x="1544835" y="9007"/>
                </a:lnTo>
                <a:close/>
              </a:path>
              <a:path w="4711700" h="3270250">
                <a:moveTo>
                  <a:pt x="1607890" y="9007"/>
                </a:moveTo>
                <a:lnTo>
                  <a:pt x="1580866" y="9007"/>
                </a:lnTo>
                <a:lnTo>
                  <a:pt x="1580866" y="0"/>
                </a:lnTo>
                <a:lnTo>
                  <a:pt x="1607890" y="0"/>
                </a:lnTo>
                <a:lnTo>
                  <a:pt x="1607890" y="9007"/>
                </a:lnTo>
                <a:close/>
              </a:path>
              <a:path w="4711700" h="3270250">
                <a:moveTo>
                  <a:pt x="1670944" y="9007"/>
                </a:moveTo>
                <a:lnTo>
                  <a:pt x="1643921" y="9007"/>
                </a:lnTo>
                <a:lnTo>
                  <a:pt x="1643921" y="0"/>
                </a:lnTo>
                <a:lnTo>
                  <a:pt x="1670944" y="0"/>
                </a:lnTo>
                <a:lnTo>
                  <a:pt x="1670944" y="9007"/>
                </a:lnTo>
                <a:close/>
              </a:path>
              <a:path w="4711700" h="3270250">
                <a:moveTo>
                  <a:pt x="1733999" y="9007"/>
                </a:moveTo>
                <a:lnTo>
                  <a:pt x="1706976" y="9007"/>
                </a:lnTo>
                <a:lnTo>
                  <a:pt x="1706976" y="0"/>
                </a:lnTo>
                <a:lnTo>
                  <a:pt x="1733999" y="0"/>
                </a:lnTo>
                <a:lnTo>
                  <a:pt x="1733999" y="9007"/>
                </a:lnTo>
                <a:close/>
              </a:path>
              <a:path w="4711700" h="3270250">
                <a:moveTo>
                  <a:pt x="1797053" y="9007"/>
                </a:moveTo>
                <a:lnTo>
                  <a:pt x="1770030" y="9007"/>
                </a:lnTo>
                <a:lnTo>
                  <a:pt x="1770030" y="0"/>
                </a:lnTo>
                <a:lnTo>
                  <a:pt x="1797053" y="0"/>
                </a:lnTo>
                <a:lnTo>
                  <a:pt x="1797053" y="9007"/>
                </a:lnTo>
                <a:close/>
              </a:path>
              <a:path w="4711700" h="3270250">
                <a:moveTo>
                  <a:pt x="1860108" y="9007"/>
                </a:moveTo>
                <a:lnTo>
                  <a:pt x="1833085" y="9007"/>
                </a:lnTo>
                <a:lnTo>
                  <a:pt x="1833085" y="0"/>
                </a:lnTo>
                <a:lnTo>
                  <a:pt x="1860108" y="0"/>
                </a:lnTo>
                <a:lnTo>
                  <a:pt x="1860108" y="9007"/>
                </a:lnTo>
                <a:close/>
              </a:path>
              <a:path w="4711700" h="3270250">
                <a:moveTo>
                  <a:pt x="1923162" y="9007"/>
                </a:moveTo>
                <a:lnTo>
                  <a:pt x="1896139" y="9007"/>
                </a:lnTo>
                <a:lnTo>
                  <a:pt x="1896139" y="0"/>
                </a:lnTo>
                <a:lnTo>
                  <a:pt x="1923162" y="0"/>
                </a:lnTo>
                <a:lnTo>
                  <a:pt x="1923162" y="9007"/>
                </a:lnTo>
                <a:close/>
              </a:path>
              <a:path w="4711700" h="3270250">
                <a:moveTo>
                  <a:pt x="1986217" y="9007"/>
                </a:moveTo>
                <a:lnTo>
                  <a:pt x="1959194" y="9007"/>
                </a:lnTo>
                <a:lnTo>
                  <a:pt x="1959194" y="0"/>
                </a:lnTo>
                <a:lnTo>
                  <a:pt x="1986217" y="0"/>
                </a:lnTo>
                <a:lnTo>
                  <a:pt x="1986217" y="9007"/>
                </a:lnTo>
                <a:close/>
              </a:path>
              <a:path w="4711700" h="3270250">
                <a:moveTo>
                  <a:pt x="2049272" y="9007"/>
                </a:moveTo>
                <a:lnTo>
                  <a:pt x="2022248" y="9007"/>
                </a:lnTo>
                <a:lnTo>
                  <a:pt x="2022248" y="0"/>
                </a:lnTo>
                <a:lnTo>
                  <a:pt x="2049272" y="0"/>
                </a:lnTo>
                <a:lnTo>
                  <a:pt x="2049272" y="9007"/>
                </a:lnTo>
                <a:close/>
              </a:path>
              <a:path w="4711700" h="3270250">
                <a:moveTo>
                  <a:pt x="2112326" y="9007"/>
                </a:moveTo>
                <a:lnTo>
                  <a:pt x="2085303" y="9007"/>
                </a:lnTo>
                <a:lnTo>
                  <a:pt x="2085303" y="0"/>
                </a:lnTo>
                <a:lnTo>
                  <a:pt x="2112326" y="0"/>
                </a:lnTo>
                <a:lnTo>
                  <a:pt x="2112326" y="9007"/>
                </a:lnTo>
                <a:close/>
              </a:path>
              <a:path w="4711700" h="3270250">
                <a:moveTo>
                  <a:pt x="2175381" y="9007"/>
                </a:moveTo>
                <a:lnTo>
                  <a:pt x="2148357" y="9007"/>
                </a:lnTo>
                <a:lnTo>
                  <a:pt x="2148357" y="0"/>
                </a:lnTo>
                <a:lnTo>
                  <a:pt x="2175381" y="0"/>
                </a:lnTo>
                <a:lnTo>
                  <a:pt x="2175381" y="9007"/>
                </a:lnTo>
                <a:close/>
              </a:path>
              <a:path w="4711700" h="3270250">
                <a:moveTo>
                  <a:pt x="2238435" y="9007"/>
                </a:moveTo>
                <a:lnTo>
                  <a:pt x="2211412" y="9007"/>
                </a:lnTo>
                <a:lnTo>
                  <a:pt x="2211412" y="0"/>
                </a:lnTo>
                <a:lnTo>
                  <a:pt x="2238435" y="0"/>
                </a:lnTo>
                <a:lnTo>
                  <a:pt x="2238435" y="9007"/>
                </a:lnTo>
                <a:close/>
              </a:path>
              <a:path w="4711700" h="3270250">
                <a:moveTo>
                  <a:pt x="2301490" y="9007"/>
                </a:moveTo>
                <a:lnTo>
                  <a:pt x="2274466" y="9007"/>
                </a:lnTo>
                <a:lnTo>
                  <a:pt x="2274466" y="0"/>
                </a:lnTo>
                <a:lnTo>
                  <a:pt x="2301490" y="0"/>
                </a:lnTo>
                <a:lnTo>
                  <a:pt x="2301490" y="9007"/>
                </a:lnTo>
                <a:close/>
              </a:path>
              <a:path w="4711700" h="3270250">
                <a:moveTo>
                  <a:pt x="2364544" y="9007"/>
                </a:moveTo>
                <a:lnTo>
                  <a:pt x="2337521" y="9007"/>
                </a:lnTo>
                <a:lnTo>
                  <a:pt x="2337521" y="0"/>
                </a:lnTo>
                <a:lnTo>
                  <a:pt x="2364544" y="0"/>
                </a:lnTo>
                <a:lnTo>
                  <a:pt x="2364544" y="9007"/>
                </a:lnTo>
                <a:close/>
              </a:path>
              <a:path w="4711700" h="3270250">
                <a:moveTo>
                  <a:pt x="2427599" y="9007"/>
                </a:moveTo>
                <a:lnTo>
                  <a:pt x="2400575" y="9007"/>
                </a:lnTo>
                <a:lnTo>
                  <a:pt x="2400575" y="0"/>
                </a:lnTo>
                <a:lnTo>
                  <a:pt x="2427599" y="0"/>
                </a:lnTo>
                <a:lnTo>
                  <a:pt x="2427599" y="9007"/>
                </a:lnTo>
                <a:close/>
              </a:path>
              <a:path w="4711700" h="3270250">
                <a:moveTo>
                  <a:pt x="2490653" y="9007"/>
                </a:moveTo>
                <a:lnTo>
                  <a:pt x="2463630" y="9007"/>
                </a:lnTo>
                <a:lnTo>
                  <a:pt x="2463630" y="0"/>
                </a:lnTo>
                <a:lnTo>
                  <a:pt x="2490653" y="0"/>
                </a:lnTo>
                <a:lnTo>
                  <a:pt x="2490653" y="9007"/>
                </a:lnTo>
                <a:close/>
              </a:path>
              <a:path w="4711700" h="3270250">
                <a:moveTo>
                  <a:pt x="2553708" y="9007"/>
                </a:moveTo>
                <a:lnTo>
                  <a:pt x="2526684" y="9007"/>
                </a:lnTo>
                <a:lnTo>
                  <a:pt x="2526684" y="0"/>
                </a:lnTo>
                <a:lnTo>
                  <a:pt x="2553708" y="0"/>
                </a:lnTo>
                <a:lnTo>
                  <a:pt x="2553708" y="9007"/>
                </a:lnTo>
                <a:close/>
              </a:path>
              <a:path w="4711700" h="3270250">
                <a:moveTo>
                  <a:pt x="2616762" y="9007"/>
                </a:moveTo>
                <a:lnTo>
                  <a:pt x="2589739" y="9007"/>
                </a:lnTo>
                <a:lnTo>
                  <a:pt x="2589739" y="0"/>
                </a:lnTo>
                <a:lnTo>
                  <a:pt x="2616762" y="0"/>
                </a:lnTo>
                <a:lnTo>
                  <a:pt x="2616762" y="9007"/>
                </a:lnTo>
                <a:close/>
              </a:path>
              <a:path w="4711700" h="3270250">
                <a:moveTo>
                  <a:pt x="2679817" y="9007"/>
                </a:moveTo>
                <a:lnTo>
                  <a:pt x="2652793" y="9007"/>
                </a:lnTo>
                <a:lnTo>
                  <a:pt x="2652793" y="0"/>
                </a:lnTo>
                <a:lnTo>
                  <a:pt x="2679817" y="0"/>
                </a:lnTo>
                <a:lnTo>
                  <a:pt x="2679817" y="9007"/>
                </a:lnTo>
                <a:close/>
              </a:path>
              <a:path w="4711700" h="3270250">
                <a:moveTo>
                  <a:pt x="2742871" y="9007"/>
                </a:moveTo>
                <a:lnTo>
                  <a:pt x="2715848" y="9007"/>
                </a:lnTo>
                <a:lnTo>
                  <a:pt x="2715848" y="0"/>
                </a:lnTo>
                <a:lnTo>
                  <a:pt x="2742871" y="0"/>
                </a:lnTo>
                <a:lnTo>
                  <a:pt x="2742871" y="9007"/>
                </a:lnTo>
                <a:close/>
              </a:path>
              <a:path w="4711700" h="3270250">
                <a:moveTo>
                  <a:pt x="2805926" y="9007"/>
                </a:moveTo>
                <a:lnTo>
                  <a:pt x="2778902" y="9007"/>
                </a:lnTo>
                <a:lnTo>
                  <a:pt x="2778902" y="0"/>
                </a:lnTo>
                <a:lnTo>
                  <a:pt x="2805926" y="0"/>
                </a:lnTo>
                <a:lnTo>
                  <a:pt x="2805926" y="9007"/>
                </a:lnTo>
                <a:close/>
              </a:path>
              <a:path w="4711700" h="3270250">
                <a:moveTo>
                  <a:pt x="2868980" y="9007"/>
                </a:moveTo>
                <a:lnTo>
                  <a:pt x="2841957" y="9007"/>
                </a:lnTo>
                <a:lnTo>
                  <a:pt x="2841957" y="0"/>
                </a:lnTo>
                <a:lnTo>
                  <a:pt x="2868980" y="0"/>
                </a:lnTo>
                <a:lnTo>
                  <a:pt x="2868980" y="9007"/>
                </a:lnTo>
                <a:close/>
              </a:path>
              <a:path w="4711700" h="3270250">
                <a:moveTo>
                  <a:pt x="2932035" y="9007"/>
                </a:moveTo>
                <a:lnTo>
                  <a:pt x="2905011" y="9007"/>
                </a:lnTo>
                <a:lnTo>
                  <a:pt x="2905011" y="0"/>
                </a:lnTo>
                <a:lnTo>
                  <a:pt x="2932035" y="0"/>
                </a:lnTo>
                <a:lnTo>
                  <a:pt x="2932035" y="9007"/>
                </a:lnTo>
                <a:close/>
              </a:path>
              <a:path w="4711700" h="3270250">
                <a:moveTo>
                  <a:pt x="2995089" y="9007"/>
                </a:moveTo>
                <a:lnTo>
                  <a:pt x="2968066" y="9007"/>
                </a:lnTo>
                <a:lnTo>
                  <a:pt x="2968066" y="0"/>
                </a:lnTo>
                <a:lnTo>
                  <a:pt x="2995089" y="0"/>
                </a:lnTo>
                <a:lnTo>
                  <a:pt x="2995089" y="9007"/>
                </a:lnTo>
                <a:close/>
              </a:path>
              <a:path w="4711700" h="3270250">
                <a:moveTo>
                  <a:pt x="3058144" y="9007"/>
                </a:moveTo>
                <a:lnTo>
                  <a:pt x="3031121" y="9007"/>
                </a:lnTo>
                <a:lnTo>
                  <a:pt x="3031121" y="0"/>
                </a:lnTo>
                <a:lnTo>
                  <a:pt x="3058144" y="0"/>
                </a:lnTo>
                <a:lnTo>
                  <a:pt x="3058144" y="9007"/>
                </a:lnTo>
                <a:close/>
              </a:path>
              <a:path w="4711700" h="3270250">
                <a:moveTo>
                  <a:pt x="3121198" y="9007"/>
                </a:moveTo>
                <a:lnTo>
                  <a:pt x="3094175" y="9007"/>
                </a:lnTo>
                <a:lnTo>
                  <a:pt x="3094175" y="0"/>
                </a:lnTo>
                <a:lnTo>
                  <a:pt x="3121198" y="0"/>
                </a:lnTo>
                <a:lnTo>
                  <a:pt x="3121198" y="9007"/>
                </a:lnTo>
                <a:close/>
              </a:path>
              <a:path w="4711700" h="3270250">
                <a:moveTo>
                  <a:pt x="3184253" y="9007"/>
                </a:moveTo>
                <a:lnTo>
                  <a:pt x="3157230" y="9007"/>
                </a:lnTo>
                <a:lnTo>
                  <a:pt x="3157230" y="0"/>
                </a:lnTo>
                <a:lnTo>
                  <a:pt x="3184253" y="0"/>
                </a:lnTo>
                <a:lnTo>
                  <a:pt x="3184253" y="9007"/>
                </a:lnTo>
                <a:close/>
              </a:path>
              <a:path w="4711700" h="3270250">
                <a:moveTo>
                  <a:pt x="3247307" y="9007"/>
                </a:moveTo>
                <a:lnTo>
                  <a:pt x="3220284" y="9007"/>
                </a:lnTo>
                <a:lnTo>
                  <a:pt x="3220284" y="0"/>
                </a:lnTo>
                <a:lnTo>
                  <a:pt x="3247307" y="0"/>
                </a:lnTo>
                <a:lnTo>
                  <a:pt x="3247307" y="9007"/>
                </a:lnTo>
                <a:close/>
              </a:path>
              <a:path w="4711700" h="3270250">
                <a:moveTo>
                  <a:pt x="3310362" y="9007"/>
                </a:moveTo>
                <a:lnTo>
                  <a:pt x="3283339" y="9007"/>
                </a:lnTo>
                <a:lnTo>
                  <a:pt x="3283339" y="0"/>
                </a:lnTo>
                <a:lnTo>
                  <a:pt x="3310362" y="0"/>
                </a:lnTo>
                <a:lnTo>
                  <a:pt x="3310362" y="9007"/>
                </a:lnTo>
                <a:close/>
              </a:path>
              <a:path w="4711700" h="3270250">
                <a:moveTo>
                  <a:pt x="3373417" y="9007"/>
                </a:moveTo>
                <a:lnTo>
                  <a:pt x="3346393" y="9007"/>
                </a:lnTo>
                <a:lnTo>
                  <a:pt x="3346393" y="0"/>
                </a:lnTo>
                <a:lnTo>
                  <a:pt x="3373417" y="0"/>
                </a:lnTo>
                <a:lnTo>
                  <a:pt x="3373417" y="9007"/>
                </a:lnTo>
                <a:close/>
              </a:path>
              <a:path w="4711700" h="3270250">
                <a:moveTo>
                  <a:pt x="3436471" y="9007"/>
                </a:moveTo>
                <a:lnTo>
                  <a:pt x="3409448" y="9007"/>
                </a:lnTo>
                <a:lnTo>
                  <a:pt x="3409448" y="0"/>
                </a:lnTo>
                <a:lnTo>
                  <a:pt x="3436471" y="0"/>
                </a:lnTo>
                <a:lnTo>
                  <a:pt x="3436471" y="9007"/>
                </a:lnTo>
                <a:close/>
              </a:path>
              <a:path w="4711700" h="3270250">
                <a:moveTo>
                  <a:pt x="3499526" y="9007"/>
                </a:moveTo>
                <a:lnTo>
                  <a:pt x="3472502" y="9007"/>
                </a:lnTo>
                <a:lnTo>
                  <a:pt x="3472502" y="0"/>
                </a:lnTo>
                <a:lnTo>
                  <a:pt x="3499526" y="0"/>
                </a:lnTo>
                <a:lnTo>
                  <a:pt x="3499526" y="9007"/>
                </a:lnTo>
                <a:close/>
              </a:path>
              <a:path w="4711700" h="3270250">
                <a:moveTo>
                  <a:pt x="3562580" y="9007"/>
                </a:moveTo>
                <a:lnTo>
                  <a:pt x="3535557" y="9007"/>
                </a:lnTo>
                <a:lnTo>
                  <a:pt x="3535557" y="0"/>
                </a:lnTo>
                <a:lnTo>
                  <a:pt x="3562580" y="0"/>
                </a:lnTo>
                <a:lnTo>
                  <a:pt x="3562580" y="9007"/>
                </a:lnTo>
                <a:close/>
              </a:path>
              <a:path w="4711700" h="3270250">
                <a:moveTo>
                  <a:pt x="3625635" y="9007"/>
                </a:moveTo>
                <a:lnTo>
                  <a:pt x="3598611" y="9007"/>
                </a:lnTo>
                <a:lnTo>
                  <a:pt x="3598611" y="0"/>
                </a:lnTo>
                <a:lnTo>
                  <a:pt x="3625635" y="0"/>
                </a:lnTo>
                <a:lnTo>
                  <a:pt x="3625635" y="9007"/>
                </a:lnTo>
                <a:close/>
              </a:path>
              <a:path w="4711700" h="3270250">
                <a:moveTo>
                  <a:pt x="3688689" y="9007"/>
                </a:moveTo>
                <a:lnTo>
                  <a:pt x="3661666" y="9007"/>
                </a:lnTo>
                <a:lnTo>
                  <a:pt x="3661666" y="0"/>
                </a:lnTo>
                <a:lnTo>
                  <a:pt x="3688689" y="0"/>
                </a:lnTo>
                <a:lnTo>
                  <a:pt x="3688689" y="9007"/>
                </a:lnTo>
                <a:close/>
              </a:path>
              <a:path w="4711700" h="3270250">
                <a:moveTo>
                  <a:pt x="3751744" y="9007"/>
                </a:moveTo>
                <a:lnTo>
                  <a:pt x="3724720" y="9007"/>
                </a:lnTo>
                <a:lnTo>
                  <a:pt x="3724720" y="0"/>
                </a:lnTo>
                <a:lnTo>
                  <a:pt x="3751744" y="0"/>
                </a:lnTo>
                <a:lnTo>
                  <a:pt x="3751744" y="9007"/>
                </a:lnTo>
                <a:close/>
              </a:path>
              <a:path w="4711700" h="3270250">
                <a:moveTo>
                  <a:pt x="3814798" y="9007"/>
                </a:moveTo>
                <a:lnTo>
                  <a:pt x="3787775" y="9007"/>
                </a:lnTo>
                <a:lnTo>
                  <a:pt x="3787775" y="0"/>
                </a:lnTo>
                <a:lnTo>
                  <a:pt x="3814798" y="0"/>
                </a:lnTo>
                <a:lnTo>
                  <a:pt x="3814798" y="9007"/>
                </a:lnTo>
                <a:close/>
              </a:path>
              <a:path w="4711700" h="3270250">
                <a:moveTo>
                  <a:pt x="3877853" y="9007"/>
                </a:moveTo>
                <a:lnTo>
                  <a:pt x="3850829" y="9007"/>
                </a:lnTo>
                <a:lnTo>
                  <a:pt x="3850829" y="0"/>
                </a:lnTo>
                <a:lnTo>
                  <a:pt x="3877853" y="0"/>
                </a:lnTo>
                <a:lnTo>
                  <a:pt x="3877853" y="9007"/>
                </a:lnTo>
                <a:close/>
              </a:path>
              <a:path w="4711700" h="3270250">
                <a:moveTo>
                  <a:pt x="3940907" y="9007"/>
                </a:moveTo>
                <a:lnTo>
                  <a:pt x="3913884" y="9007"/>
                </a:lnTo>
                <a:lnTo>
                  <a:pt x="3913884" y="0"/>
                </a:lnTo>
                <a:lnTo>
                  <a:pt x="3940907" y="0"/>
                </a:lnTo>
                <a:lnTo>
                  <a:pt x="3940907" y="9007"/>
                </a:lnTo>
                <a:close/>
              </a:path>
              <a:path w="4711700" h="3270250">
                <a:moveTo>
                  <a:pt x="4003962" y="9007"/>
                </a:moveTo>
                <a:lnTo>
                  <a:pt x="3976938" y="9007"/>
                </a:lnTo>
                <a:lnTo>
                  <a:pt x="3976938" y="0"/>
                </a:lnTo>
                <a:lnTo>
                  <a:pt x="4003962" y="0"/>
                </a:lnTo>
                <a:lnTo>
                  <a:pt x="4003962" y="9007"/>
                </a:lnTo>
                <a:close/>
              </a:path>
              <a:path w="4711700" h="3270250">
                <a:moveTo>
                  <a:pt x="4067016" y="9007"/>
                </a:moveTo>
                <a:lnTo>
                  <a:pt x="4039993" y="9007"/>
                </a:lnTo>
                <a:lnTo>
                  <a:pt x="4039993" y="0"/>
                </a:lnTo>
                <a:lnTo>
                  <a:pt x="4067016" y="0"/>
                </a:lnTo>
                <a:lnTo>
                  <a:pt x="4067016" y="9007"/>
                </a:lnTo>
                <a:close/>
              </a:path>
              <a:path w="4711700" h="3270250">
                <a:moveTo>
                  <a:pt x="4130071" y="9007"/>
                </a:moveTo>
                <a:lnTo>
                  <a:pt x="4103047" y="9007"/>
                </a:lnTo>
                <a:lnTo>
                  <a:pt x="4103047" y="0"/>
                </a:lnTo>
                <a:lnTo>
                  <a:pt x="4130071" y="0"/>
                </a:lnTo>
                <a:lnTo>
                  <a:pt x="4130071" y="9007"/>
                </a:lnTo>
                <a:close/>
              </a:path>
              <a:path w="4711700" h="3270250">
                <a:moveTo>
                  <a:pt x="4193125" y="9007"/>
                </a:moveTo>
                <a:lnTo>
                  <a:pt x="4166102" y="9007"/>
                </a:lnTo>
                <a:lnTo>
                  <a:pt x="4166102" y="0"/>
                </a:lnTo>
                <a:lnTo>
                  <a:pt x="4193125" y="0"/>
                </a:lnTo>
                <a:lnTo>
                  <a:pt x="4193125" y="9007"/>
                </a:lnTo>
                <a:close/>
              </a:path>
              <a:path w="4711700" h="3270250">
                <a:moveTo>
                  <a:pt x="4256180" y="9007"/>
                </a:moveTo>
                <a:lnTo>
                  <a:pt x="4229156" y="9007"/>
                </a:lnTo>
                <a:lnTo>
                  <a:pt x="4229156" y="0"/>
                </a:lnTo>
                <a:lnTo>
                  <a:pt x="4256180" y="0"/>
                </a:lnTo>
                <a:lnTo>
                  <a:pt x="4256180" y="9007"/>
                </a:lnTo>
                <a:close/>
              </a:path>
              <a:path w="4711700" h="3270250">
                <a:moveTo>
                  <a:pt x="4319234" y="9007"/>
                </a:moveTo>
                <a:lnTo>
                  <a:pt x="4292211" y="9007"/>
                </a:lnTo>
                <a:lnTo>
                  <a:pt x="4292211" y="0"/>
                </a:lnTo>
                <a:lnTo>
                  <a:pt x="4319234" y="0"/>
                </a:lnTo>
                <a:lnTo>
                  <a:pt x="4319234" y="9007"/>
                </a:lnTo>
                <a:close/>
              </a:path>
              <a:path w="4711700" h="3270250">
                <a:moveTo>
                  <a:pt x="4382289" y="9007"/>
                </a:moveTo>
                <a:lnTo>
                  <a:pt x="4355266" y="9007"/>
                </a:lnTo>
                <a:lnTo>
                  <a:pt x="4355266" y="0"/>
                </a:lnTo>
                <a:lnTo>
                  <a:pt x="4382289" y="0"/>
                </a:lnTo>
                <a:lnTo>
                  <a:pt x="4382289" y="9007"/>
                </a:lnTo>
                <a:close/>
              </a:path>
              <a:path w="4711700" h="3270250">
                <a:moveTo>
                  <a:pt x="4445343" y="9007"/>
                </a:moveTo>
                <a:lnTo>
                  <a:pt x="4418320" y="9007"/>
                </a:lnTo>
                <a:lnTo>
                  <a:pt x="4418320" y="0"/>
                </a:lnTo>
                <a:lnTo>
                  <a:pt x="4445343" y="0"/>
                </a:lnTo>
                <a:lnTo>
                  <a:pt x="4445343" y="9007"/>
                </a:lnTo>
                <a:close/>
              </a:path>
              <a:path w="4711700" h="3270250">
                <a:moveTo>
                  <a:pt x="4508398" y="9007"/>
                </a:moveTo>
                <a:lnTo>
                  <a:pt x="4481375" y="9007"/>
                </a:lnTo>
                <a:lnTo>
                  <a:pt x="4481375" y="0"/>
                </a:lnTo>
                <a:lnTo>
                  <a:pt x="4508398" y="0"/>
                </a:lnTo>
                <a:lnTo>
                  <a:pt x="4508398" y="9007"/>
                </a:lnTo>
                <a:close/>
              </a:path>
              <a:path w="4711700" h="3270250">
                <a:moveTo>
                  <a:pt x="4571452" y="9007"/>
                </a:moveTo>
                <a:lnTo>
                  <a:pt x="4544429" y="9007"/>
                </a:lnTo>
                <a:lnTo>
                  <a:pt x="4544429" y="0"/>
                </a:lnTo>
                <a:lnTo>
                  <a:pt x="4571452" y="0"/>
                </a:lnTo>
                <a:lnTo>
                  <a:pt x="4571452" y="9007"/>
                </a:lnTo>
                <a:close/>
              </a:path>
              <a:path w="4711700" h="3270250">
                <a:moveTo>
                  <a:pt x="4634507" y="9007"/>
                </a:moveTo>
                <a:lnTo>
                  <a:pt x="4607484" y="9007"/>
                </a:lnTo>
                <a:lnTo>
                  <a:pt x="4607484" y="0"/>
                </a:lnTo>
                <a:lnTo>
                  <a:pt x="4634507" y="0"/>
                </a:lnTo>
                <a:lnTo>
                  <a:pt x="4634507" y="9007"/>
                </a:lnTo>
                <a:close/>
              </a:path>
              <a:path w="4711700" h="3270250">
                <a:moveTo>
                  <a:pt x="4697562" y="9007"/>
                </a:moveTo>
                <a:lnTo>
                  <a:pt x="4670538" y="9007"/>
                </a:lnTo>
                <a:lnTo>
                  <a:pt x="4670538" y="0"/>
                </a:lnTo>
                <a:lnTo>
                  <a:pt x="4697562" y="0"/>
                </a:lnTo>
                <a:lnTo>
                  <a:pt x="4697562" y="9007"/>
                </a:lnTo>
                <a:close/>
              </a:path>
              <a:path w="4711700" h="3270250">
                <a:moveTo>
                  <a:pt x="4711073" y="58550"/>
                </a:moveTo>
                <a:lnTo>
                  <a:pt x="4702065" y="58550"/>
                </a:lnTo>
                <a:lnTo>
                  <a:pt x="4702065" y="31527"/>
                </a:lnTo>
                <a:lnTo>
                  <a:pt x="4711073" y="31527"/>
                </a:lnTo>
                <a:lnTo>
                  <a:pt x="4711073" y="58550"/>
                </a:lnTo>
                <a:close/>
              </a:path>
              <a:path w="4711700" h="3270250">
                <a:moveTo>
                  <a:pt x="4711073" y="121605"/>
                </a:moveTo>
                <a:lnTo>
                  <a:pt x="4702065" y="121605"/>
                </a:lnTo>
                <a:lnTo>
                  <a:pt x="4702065" y="94581"/>
                </a:lnTo>
                <a:lnTo>
                  <a:pt x="4711073" y="94581"/>
                </a:lnTo>
                <a:lnTo>
                  <a:pt x="4711073" y="121605"/>
                </a:lnTo>
                <a:close/>
              </a:path>
              <a:path w="4711700" h="3270250">
                <a:moveTo>
                  <a:pt x="4711073" y="184659"/>
                </a:moveTo>
                <a:lnTo>
                  <a:pt x="4702065" y="184659"/>
                </a:lnTo>
                <a:lnTo>
                  <a:pt x="4702065" y="157636"/>
                </a:lnTo>
                <a:lnTo>
                  <a:pt x="4711073" y="157636"/>
                </a:lnTo>
                <a:lnTo>
                  <a:pt x="4711073" y="184659"/>
                </a:lnTo>
                <a:close/>
              </a:path>
              <a:path w="4711700" h="3270250">
                <a:moveTo>
                  <a:pt x="4711073" y="247714"/>
                </a:moveTo>
                <a:lnTo>
                  <a:pt x="4702065" y="247714"/>
                </a:lnTo>
                <a:lnTo>
                  <a:pt x="4702065" y="220690"/>
                </a:lnTo>
                <a:lnTo>
                  <a:pt x="4711073" y="220690"/>
                </a:lnTo>
                <a:lnTo>
                  <a:pt x="4711073" y="247714"/>
                </a:lnTo>
                <a:close/>
              </a:path>
              <a:path w="4711700" h="3270250">
                <a:moveTo>
                  <a:pt x="4711073" y="310768"/>
                </a:moveTo>
                <a:lnTo>
                  <a:pt x="4702065" y="310768"/>
                </a:lnTo>
                <a:lnTo>
                  <a:pt x="4702065" y="283745"/>
                </a:lnTo>
                <a:lnTo>
                  <a:pt x="4711073" y="283745"/>
                </a:lnTo>
                <a:lnTo>
                  <a:pt x="4711073" y="310768"/>
                </a:lnTo>
                <a:close/>
              </a:path>
              <a:path w="4711700" h="3270250">
                <a:moveTo>
                  <a:pt x="4711073" y="373823"/>
                </a:moveTo>
                <a:lnTo>
                  <a:pt x="4702065" y="373823"/>
                </a:lnTo>
                <a:lnTo>
                  <a:pt x="4702065" y="346799"/>
                </a:lnTo>
                <a:lnTo>
                  <a:pt x="4711073" y="346799"/>
                </a:lnTo>
                <a:lnTo>
                  <a:pt x="4711073" y="373823"/>
                </a:lnTo>
                <a:close/>
              </a:path>
              <a:path w="4711700" h="3270250">
                <a:moveTo>
                  <a:pt x="4711073" y="436877"/>
                </a:moveTo>
                <a:lnTo>
                  <a:pt x="4702065" y="436877"/>
                </a:lnTo>
                <a:lnTo>
                  <a:pt x="4702065" y="409854"/>
                </a:lnTo>
                <a:lnTo>
                  <a:pt x="4711073" y="409854"/>
                </a:lnTo>
                <a:lnTo>
                  <a:pt x="4711073" y="436877"/>
                </a:lnTo>
                <a:close/>
              </a:path>
              <a:path w="4711700" h="3270250">
                <a:moveTo>
                  <a:pt x="4711073" y="499932"/>
                </a:moveTo>
                <a:lnTo>
                  <a:pt x="4702065" y="499932"/>
                </a:lnTo>
                <a:lnTo>
                  <a:pt x="4702065" y="472908"/>
                </a:lnTo>
                <a:lnTo>
                  <a:pt x="4711073" y="472908"/>
                </a:lnTo>
                <a:lnTo>
                  <a:pt x="4711073" y="499932"/>
                </a:lnTo>
                <a:close/>
              </a:path>
              <a:path w="4711700" h="3270250">
                <a:moveTo>
                  <a:pt x="4711073" y="562986"/>
                </a:moveTo>
                <a:lnTo>
                  <a:pt x="4702065" y="562986"/>
                </a:lnTo>
                <a:lnTo>
                  <a:pt x="4702065" y="535963"/>
                </a:lnTo>
                <a:lnTo>
                  <a:pt x="4711073" y="535963"/>
                </a:lnTo>
                <a:lnTo>
                  <a:pt x="4711073" y="562986"/>
                </a:lnTo>
                <a:close/>
              </a:path>
              <a:path w="4711700" h="3270250">
                <a:moveTo>
                  <a:pt x="4711073" y="626041"/>
                </a:moveTo>
                <a:lnTo>
                  <a:pt x="4702065" y="626041"/>
                </a:lnTo>
                <a:lnTo>
                  <a:pt x="4702065" y="599017"/>
                </a:lnTo>
                <a:lnTo>
                  <a:pt x="4711073" y="599017"/>
                </a:lnTo>
                <a:lnTo>
                  <a:pt x="4711073" y="626041"/>
                </a:lnTo>
                <a:close/>
              </a:path>
              <a:path w="4711700" h="3270250">
                <a:moveTo>
                  <a:pt x="4711073" y="689095"/>
                </a:moveTo>
                <a:lnTo>
                  <a:pt x="4702065" y="689095"/>
                </a:lnTo>
                <a:lnTo>
                  <a:pt x="4702065" y="662072"/>
                </a:lnTo>
                <a:lnTo>
                  <a:pt x="4711073" y="662072"/>
                </a:lnTo>
                <a:lnTo>
                  <a:pt x="4711073" y="689095"/>
                </a:lnTo>
                <a:close/>
              </a:path>
              <a:path w="4711700" h="3270250">
                <a:moveTo>
                  <a:pt x="4711073" y="752150"/>
                </a:moveTo>
                <a:lnTo>
                  <a:pt x="4702065" y="752150"/>
                </a:lnTo>
                <a:lnTo>
                  <a:pt x="4702065" y="725127"/>
                </a:lnTo>
                <a:lnTo>
                  <a:pt x="4711073" y="725127"/>
                </a:lnTo>
                <a:lnTo>
                  <a:pt x="4711073" y="752150"/>
                </a:lnTo>
                <a:close/>
              </a:path>
              <a:path w="4711700" h="3270250">
                <a:moveTo>
                  <a:pt x="4711073" y="815204"/>
                </a:moveTo>
                <a:lnTo>
                  <a:pt x="4702065" y="815204"/>
                </a:lnTo>
                <a:lnTo>
                  <a:pt x="4702065" y="788181"/>
                </a:lnTo>
                <a:lnTo>
                  <a:pt x="4711073" y="788181"/>
                </a:lnTo>
                <a:lnTo>
                  <a:pt x="4711073" y="815204"/>
                </a:lnTo>
                <a:close/>
              </a:path>
              <a:path w="4711700" h="3270250">
                <a:moveTo>
                  <a:pt x="4711073" y="878259"/>
                </a:moveTo>
                <a:lnTo>
                  <a:pt x="4702065" y="878259"/>
                </a:lnTo>
                <a:lnTo>
                  <a:pt x="4702065" y="851236"/>
                </a:lnTo>
                <a:lnTo>
                  <a:pt x="4711073" y="851236"/>
                </a:lnTo>
                <a:lnTo>
                  <a:pt x="4711073" y="878259"/>
                </a:lnTo>
                <a:close/>
              </a:path>
              <a:path w="4711700" h="3270250">
                <a:moveTo>
                  <a:pt x="4711073" y="941313"/>
                </a:moveTo>
                <a:lnTo>
                  <a:pt x="4702065" y="941313"/>
                </a:lnTo>
                <a:lnTo>
                  <a:pt x="4702065" y="914290"/>
                </a:lnTo>
                <a:lnTo>
                  <a:pt x="4711073" y="914290"/>
                </a:lnTo>
                <a:lnTo>
                  <a:pt x="4711073" y="941313"/>
                </a:lnTo>
                <a:close/>
              </a:path>
              <a:path w="4711700" h="3270250">
                <a:moveTo>
                  <a:pt x="4711073" y="1004368"/>
                </a:moveTo>
                <a:lnTo>
                  <a:pt x="4702065" y="1004368"/>
                </a:lnTo>
                <a:lnTo>
                  <a:pt x="4702065" y="977345"/>
                </a:lnTo>
                <a:lnTo>
                  <a:pt x="4711073" y="977345"/>
                </a:lnTo>
                <a:lnTo>
                  <a:pt x="4711073" y="1004368"/>
                </a:lnTo>
                <a:close/>
              </a:path>
              <a:path w="4711700" h="3270250">
                <a:moveTo>
                  <a:pt x="4711073" y="1067423"/>
                </a:moveTo>
                <a:lnTo>
                  <a:pt x="4702065" y="1067423"/>
                </a:lnTo>
                <a:lnTo>
                  <a:pt x="4702065" y="1040399"/>
                </a:lnTo>
                <a:lnTo>
                  <a:pt x="4711073" y="1040399"/>
                </a:lnTo>
                <a:lnTo>
                  <a:pt x="4711073" y="1067423"/>
                </a:lnTo>
                <a:close/>
              </a:path>
              <a:path w="4711700" h="3270250">
                <a:moveTo>
                  <a:pt x="4711073" y="1130477"/>
                </a:moveTo>
                <a:lnTo>
                  <a:pt x="4702065" y="1130477"/>
                </a:lnTo>
                <a:lnTo>
                  <a:pt x="4702065" y="1103454"/>
                </a:lnTo>
                <a:lnTo>
                  <a:pt x="4711073" y="1103454"/>
                </a:lnTo>
                <a:lnTo>
                  <a:pt x="4711073" y="1130477"/>
                </a:lnTo>
                <a:close/>
              </a:path>
              <a:path w="4711700" h="3270250">
                <a:moveTo>
                  <a:pt x="4711073" y="1193532"/>
                </a:moveTo>
                <a:lnTo>
                  <a:pt x="4702065" y="1193532"/>
                </a:lnTo>
                <a:lnTo>
                  <a:pt x="4702065" y="1166508"/>
                </a:lnTo>
                <a:lnTo>
                  <a:pt x="4711073" y="1166508"/>
                </a:lnTo>
                <a:lnTo>
                  <a:pt x="4711073" y="1193532"/>
                </a:lnTo>
                <a:close/>
              </a:path>
              <a:path w="4711700" h="3270250">
                <a:moveTo>
                  <a:pt x="4711073" y="1256586"/>
                </a:moveTo>
                <a:lnTo>
                  <a:pt x="4702065" y="1256586"/>
                </a:lnTo>
                <a:lnTo>
                  <a:pt x="4702065" y="1229563"/>
                </a:lnTo>
                <a:lnTo>
                  <a:pt x="4711073" y="1229563"/>
                </a:lnTo>
                <a:lnTo>
                  <a:pt x="4711073" y="1256586"/>
                </a:lnTo>
                <a:close/>
              </a:path>
              <a:path w="4711700" h="3270250">
                <a:moveTo>
                  <a:pt x="4711073" y="1319641"/>
                </a:moveTo>
                <a:lnTo>
                  <a:pt x="4702065" y="1319641"/>
                </a:lnTo>
                <a:lnTo>
                  <a:pt x="4702065" y="1292617"/>
                </a:lnTo>
                <a:lnTo>
                  <a:pt x="4711073" y="1292617"/>
                </a:lnTo>
                <a:lnTo>
                  <a:pt x="4711073" y="1319641"/>
                </a:lnTo>
                <a:close/>
              </a:path>
              <a:path w="4711700" h="3270250">
                <a:moveTo>
                  <a:pt x="4711073" y="1382695"/>
                </a:moveTo>
                <a:lnTo>
                  <a:pt x="4702065" y="1382695"/>
                </a:lnTo>
                <a:lnTo>
                  <a:pt x="4702065" y="1355672"/>
                </a:lnTo>
                <a:lnTo>
                  <a:pt x="4711073" y="1355672"/>
                </a:lnTo>
                <a:lnTo>
                  <a:pt x="4711073" y="1382695"/>
                </a:lnTo>
                <a:close/>
              </a:path>
              <a:path w="4711700" h="3270250">
                <a:moveTo>
                  <a:pt x="4711073" y="1445750"/>
                </a:moveTo>
                <a:lnTo>
                  <a:pt x="4702065" y="1445750"/>
                </a:lnTo>
                <a:lnTo>
                  <a:pt x="4702065" y="1418726"/>
                </a:lnTo>
                <a:lnTo>
                  <a:pt x="4711073" y="1418726"/>
                </a:lnTo>
                <a:lnTo>
                  <a:pt x="4711073" y="1445750"/>
                </a:lnTo>
                <a:close/>
              </a:path>
              <a:path w="4711700" h="3270250">
                <a:moveTo>
                  <a:pt x="4711073" y="1508804"/>
                </a:moveTo>
                <a:lnTo>
                  <a:pt x="4702065" y="1508804"/>
                </a:lnTo>
                <a:lnTo>
                  <a:pt x="4702065" y="1481781"/>
                </a:lnTo>
                <a:lnTo>
                  <a:pt x="4711073" y="1481781"/>
                </a:lnTo>
                <a:lnTo>
                  <a:pt x="4711073" y="1508804"/>
                </a:lnTo>
                <a:close/>
              </a:path>
              <a:path w="4711700" h="3270250">
                <a:moveTo>
                  <a:pt x="4711073" y="1571859"/>
                </a:moveTo>
                <a:lnTo>
                  <a:pt x="4702065" y="1571859"/>
                </a:lnTo>
                <a:lnTo>
                  <a:pt x="4702065" y="1544835"/>
                </a:lnTo>
                <a:lnTo>
                  <a:pt x="4711073" y="1544835"/>
                </a:lnTo>
                <a:lnTo>
                  <a:pt x="4711073" y="1571859"/>
                </a:lnTo>
                <a:close/>
              </a:path>
              <a:path w="4711700" h="3270250">
                <a:moveTo>
                  <a:pt x="4711073" y="1634913"/>
                </a:moveTo>
                <a:lnTo>
                  <a:pt x="4702065" y="1634913"/>
                </a:lnTo>
                <a:lnTo>
                  <a:pt x="4702065" y="1607890"/>
                </a:lnTo>
                <a:lnTo>
                  <a:pt x="4711073" y="1607890"/>
                </a:lnTo>
                <a:lnTo>
                  <a:pt x="4711073" y="1634913"/>
                </a:lnTo>
                <a:close/>
              </a:path>
              <a:path w="4711700" h="3270250">
                <a:moveTo>
                  <a:pt x="4711073" y="1697968"/>
                </a:moveTo>
                <a:lnTo>
                  <a:pt x="4702065" y="1697968"/>
                </a:lnTo>
                <a:lnTo>
                  <a:pt x="4702065" y="1670945"/>
                </a:lnTo>
                <a:lnTo>
                  <a:pt x="4711073" y="1670945"/>
                </a:lnTo>
                <a:lnTo>
                  <a:pt x="4711073" y="1697968"/>
                </a:lnTo>
                <a:close/>
              </a:path>
              <a:path w="4711700" h="3270250">
                <a:moveTo>
                  <a:pt x="4711073" y="1761022"/>
                </a:moveTo>
                <a:lnTo>
                  <a:pt x="4702065" y="1761022"/>
                </a:lnTo>
                <a:lnTo>
                  <a:pt x="4702065" y="1733999"/>
                </a:lnTo>
                <a:lnTo>
                  <a:pt x="4711073" y="1733999"/>
                </a:lnTo>
                <a:lnTo>
                  <a:pt x="4711073" y="1761022"/>
                </a:lnTo>
                <a:close/>
              </a:path>
              <a:path w="4711700" h="3270250">
                <a:moveTo>
                  <a:pt x="4711073" y="1824077"/>
                </a:moveTo>
                <a:lnTo>
                  <a:pt x="4702065" y="1824077"/>
                </a:lnTo>
                <a:lnTo>
                  <a:pt x="4702065" y="1797053"/>
                </a:lnTo>
                <a:lnTo>
                  <a:pt x="4711073" y="1797053"/>
                </a:lnTo>
                <a:lnTo>
                  <a:pt x="4711073" y="1824077"/>
                </a:lnTo>
                <a:close/>
              </a:path>
              <a:path w="4711700" h="3270250">
                <a:moveTo>
                  <a:pt x="4711073" y="1887131"/>
                </a:moveTo>
                <a:lnTo>
                  <a:pt x="4702065" y="1887131"/>
                </a:lnTo>
                <a:lnTo>
                  <a:pt x="4702065" y="1860108"/>
                </a:lnTo>
                <a:lnTo>
                  <a:pt x="4711073" y="1860108"/>
                </a:lnTo>
                <a:lnTo>
                  <a:pt x="4711073" y="1887131"/>
                </a:lnTo>
                <a:close/>
              </a:path>
              <a:path w="4711700" h="3270250">
                <a:moveTo>
                  <a:pt x="4711073" y="1950186"/>
                </a:moveTo>
                <a:lnTo>
                  <a:pt x="4702065" y="1950186"/>
                </a:lnTo>
                <a:lnTo>
                  <a:pt x="4702065" y="1923162"/>
                </a:lnTo>
                <a:lnTo>
                  <a:pt x="4711073" y="1923162"/>
                </a:lnTo>
                <a:lnTo>
                  <a:pt x="4711073" y="1950186"/>
                </a:lnTo>
                <a:close/>
              </a:path>
              <a:path w="4711700" h="3270250">
                <a:moveTo>
                  <a:pt x="4711073" y="2013240"/>
                </a:moveTo>
                <a:lnTo>
                  <a:pt x="4702065" y="2013240"/>
                </a:lnTo>
                <a:lnTo>
                  <a:pt x="4702065" y="1986217"/>
                </a:lnTo>
                <a:lnTo>
                  <a:pt x="4711073" y="1986217"/>
                </a:lnTo>
                <a:lnTo>
                  <a:pt x="4711073" y="2013240"/>
                </a:lnTo>
                <a:close/>
              </a:path>
              <a:path w="4711700" h="3270250">
                <a:moveTo>
                  <a:pt x="4711073" y="2076295"/>
                </a:moveTo>
                <a:lnTo>
                  <a:pt x="4702065" y="2076295"/>
                </a:lnTo>
                <a:lnTo>
                  <a:pt x="4702065" y="2049271"/>
                </a:lnTo>
                <a:lnTo>
                  <a:pt x="4711073" y="2049271"/>
                </a:lnTo>
                <a:lnTo>
                  <a:pt x="4711073" y="2076295"/>
                </a:lnTo>
                <a:close/>
              </a:path>
              <a:path w="4711700" h="3270250">
                <a:moveTo>
                  <a:pt x="4711073" y="2139349"/>
                </a:moveTo>
                <a:lnTo>
                  <a:pt x="4702065" y="2139349"/>
                </a:lnTo>
                <a:lnTo>
                  <a:pt x="4702065" y="2112326"/>
                </a:lnTo>
                <a:lnTo>
                  <a:pt x="4711073" y="2112326"/>
                </a:lnTo>
                <a:lnTo>
                  <a:pt x="4711073" y="2139349"/>
                </a:lnTo>
                <a:close/>
              </a:path>
              <a:path w="4711700" h="3270250">
                <a:moveTo>
                  <a:pt x="4711073" y="2202404"/>
                </a:moveTo>
                <a:lnTo>
                  <a:pt x="4702065" y="2202404"/>
                </a:lnTo>
                <a:lnTo>
                  <a:pt x="4702065" y="2175381"/>
                </a:lnTo>
                <a:lnTo>
                  <a:pt x="4711073" y="2175381"/>
                </a:lnTo>
                <a:lnTo>
                  <a:pt x="4711073" y="2202404"/>
                </a:lnTo>
                <a:close/>
              </a:path>
              <a:path w="4711700" h="3270250">
                <a:moveTo>
                  <a:pt x="4711073" y="2265458"/>
                </a:moveTo>
                <a:lnTo>
                  <a:pt x="4702065" y="2265458"/>
                </a:lnTo>
                <a:lnTo>
                  <a:pt x="4702065" y="2238435"/>
                </a:lnTo>
                <a:lnTo>
                  <a:pt x="4711073" y="2238435"/>
                </a:lnTo>
                <a:lnTo>
                  <a:pt x="4711073" y="2265458"/>
                </a:lnTo>
                <a:close/>
              </a:path>
              <a:path w="4711700" h="3270250">
                <a:moveTo>
                  <a:pt x="4711073" y="2328513"/>
                </a:moveTo>
                <a:lnTo>
                  <a:pt x="4702065" y="2328513"/>
                </a:lnTo>
                <a:lnTo>
                  <a:pt x="4702065" y="2301490"/>
                </a:lnTo>
                <a:lnTo>
                  <a:pt x="4711073" y="2301490"/>
                </a:lnTo>
                <a:lnTo>
                  <a:pt x="4711073" y="2328513"/>
                </a:lnTo>
                <a:close/>
              </a:path>
              <a:path w="4711700" h="3270250">
                <a:moveTo>
                  <a:pt x="4711073" y="2391568"/>
                </a:moveTo>
                <a:lnTo>
                  <a:pt x="4702065" y="2391568"/>
                </a:lnTo>
                <a:lnTo>
                  <a:pt x="4702065" y="2364544"/>
                </a:lnTo>
                <a:lnTo>
                  <a:pt x="4711073" y="2364544"/>
                </a:lnTo>
                <a:lnTo>
                  <a:pt x="4711073" y="2391568"/>
                </a:lnTo>
                <a:close/>
              </a:path>
              <a:path w="4711700" h="3270250">
                <a:moveTo>
                  <a:pt x="4711073" y="2454622"/>
                </a:moveTo>
                <a:lnTo>
                  <a:pt x="4702065" y="2454622"/>
                </a:lnTo>
                <a:lnTo>
                  <a:pt x="4702065" y="2427599"/>
                </a:lnTo>
                <a:lnTo>
                  <a:pt x="4711073" y="2427599"/>
                </a:lnTo>
                <a:lnTo>
                  <a:pt x="4711073" y="2454622"/>
                </a:lnTo>
                <a:close/>
              </a:path>
              <a:path w="4711700" h="3270250">
                <a:moveTo>
                  <a:pt x="4711073" y="2517677"/>
                </a:moveTo>
                <a:lnTo>
                  <a:pt x="4702065" y="2517677"/>
                </a:lnTo>
                <a:lnTo>
                  <a:pt x="4702065" y="2490653"/>
                </a:lnTo>
                <a:lnTo>
                  <a:pt x="4711073" y="2490653"/>
                </a:lnTo>
                <a:lnTo>
                  <a:pt x="4711073" y="2517677"/>
                </a:lnTo>
                <a:close/>
              </a:path>
              <a:path w="4711700" h="3270250">
                <a:moveTo>
                  <a:pt x="4711073" y="2580731"/>
                </a:moveTo>
                <a:lnTo>
                  <a:pt x="4702065" y="2580731"/>
                </a:lnTo>
                <a:lnTo>
                  <a:pt x="4702065" y="2553708"/>
                </a:lnTo>
                <a:lnTo>
                  <a:pt x="4711073" y="2553708"/>
                </a:lnTo>
                <a:lnTo>
                  <a:pt x="4711073" y="2580731"/>
                </a:lnTo>
                <a:close/>
              </a:path>
              <a:path w="4711700" h="3270250">
                <a:moveTo>
                  <a:pt x="4711073" y="2643786"/>
                </a:moveTo>
                <a:lnTo>
                  <a:pt x="4702065" y="2643786"/>
                </a:lnTo>
                <a:lnTo>
                  <a:pt x="4702065" y="2616762"/>
                </a:lnTo>
                <a:lnTo>
                  <a:pt x="4711073" y="2616762"/>
                </a:lnTo>
                <a:lnTo>
                  <a:pt x="4711073" y="2643786"/>
                </a:lnTo>
                <a:close/>
              </a:path>
              <a:path w="4711700" h="3270250">
                <a:moveTo>
                  <a:pt x="4711073" y="2706840"/>
                </a:moveTo>
                <a:lnTo>
                  <a:pt x="4702065" y="2706840"/>
                </a:lnTo>
                <a:lnTo>
                  <a:pt x="4702065" y="2679817"/>
                </a:lnTo>
                <a:lnTo>
                  <a:pt x="4711073" y="2679817"/>
                </a:lnTo>
                <a:lnTo>
                  <a:pt x="4711073" y="2706840"/>
                </a:lnTo>
                <a:close/>
              </a:path>
              <a:path w="4711700" h="3270250">
                <a:moveTo>
                  <a:pt x="4711073" y="2769895"/>
                </a:moveTo>
                <a:lnTo>
                  <a:pt x="4702065" y="2769895"/>
                </a:lnTo>
                <a:lnTo>
                  <a:pt x="4702065" y="2742871"/>
                </a:lnTo>
                <a:lnTo>
                  <a:pt x="4711073" y="2742871"/>
                </a:lnTo>
                <a:lnTo>
                  <a:pt x="4711073" y="2769895"/>
                </a:lnTo>
                <a:close/>
              </a:path>
              <a:path w="4711700" h="3270250">
                <a:moveTo>
                  <a:pt x="4711073" y="2832949"/>
                </a:moveTo>
                <a:lnTo>
                  <a:pt x="4702065" y="2832949"/>
                </a:lnTo>
                <a:lnTo>
                  <a:pt x="4702065" y="2805926"/>
                </a:lnTo>
                <a:lnTo>
                  <a:pt x="4711073" y="2805926"/>
                </a:lnTo>
                <a:lnTo>
                  <a:pt x="4711073" y="2832949"/>
                </a:lnTo>
                <a:close/>
              </a:path>
              <a:path w="4711700" h="3270250">
                <a:moveTo>
                  <a:pt x="4711073" y="2896004"/>
                </a:moveTo>
                <a:lnTo>
                  <a:pt x="4702065" y="2896004"/>
                </a:lnTo>
                <a:lnTo>
                  <a:pt x="4702065" y="2868980"/>
                </a:lnTo>
                <a:lnTo>
                  <a:pt x="4711073" y="2868980"/>
                </a:lnTo>
                <a:lnTo>
                  <a:pt x="4711073" y="2896004"/>
                </a:lnTo>
                <a:close/>
              </a:path>
              <a:path w="4711700" h="3270250">
                <a:moveTo>
                  <a:pt x="4711073" y="2959058"/>
                </a:moveTo>
                <a:lnTo>
                  <a:pt x="4702065" y="2959058"/>
                </a:lnTo>
                <a:lnTo>
                  <a:pt x="4702065" y="2932035"/>
                </a:lnTo>
                <a:lnTo>
                  <a:pt x="4711073" y="2932035"/>
                </a:lnTo>
                <a:lnTo>
                  <a:pt x="4711073" y="2959058"/>
                </a:lnTo>
                <a:close/>
              </a:path>
              <a:path w="4711700" h="3270250">
                <a:moveTo>
                  <a:pt x="4711073" y="3022113"/>
                </a:moveTo>
                <a:lnTo>
                  <a:pt x="4702065" y="3022113"/>
                </a:lnTo>
                <a:lnTo>
                  <a:pt x="4702065" y="2995089"/>
                </a:lnTo>
                <a:lnTo>
                  <a:pt x="4711073" y="2995089"/>
                </a:lnTo>
                <a:lnTo>
                  <a:pt x="4711073" y="3022113"/>
                </a:lnTo>
                <a:close/>
              </a:path>
              <a:path w="4711700" h="3270250">
                <a:moveTo>
                  <a:pt x="4711073" y="3085167"/>
                </a:moveTo>
                <a:lnTo>
                  <a:pt x="4702065" y="3085167"/>
                </a:lnTo>
                <a:lnTo>
                  <a:pt x="4702065" y="3058144"/>
                </a:lnTo>
                <a:lnTo>
                  <a:pt x="4711073" y="3058144"/>
                </a:lnTo>
                <a:lnTo>
                  <a:pt x="4711073" y="3085167"/>
                </a:lnTo>
                <a:close/>
              </a:path>
              <a:path w="4711700" h="3270250">
                <a:moveTo>
                  <a:pt x="4711073" y="3148222"/>
                </a:moveTo>
                <a:lnTo>
                  <a:pt x="4702065" y="3148222"/>
                </a:lnTo>
                <a:lnTo>
                  <a:pt x="4702065" y="3121198"/>
                </a:lnTo>
                <a:lnTo>
                  <a:pt x="4711073" y="3121198"/>
                </a:lnTo>
                <a:lnTo>
                  <a:pt x="4711073" y="3148222"/>
                </a:lnTo>
                <a:close/>
              </a:path>
              <a:path w="4711700" h="3270250">
                <a:moveTo>
                  <a:pt x="4711073" y="3211276"/>
                </a:moveTo>
                <a:lnTo>
                  <a:pt x="4702065" y="3211276"/>
                </a:lnTo>
                <a:lnTo>
                  <a:pt x="4702065" y="3184253"/>
                </a:lnTo>
                <a:lnTo>
                  <a:pt x="4711073" y="3184253"/>
                </a:lnTo>
                <a:lnTo>
                  <a:pt x="4711073" y="3211276"/>
                </a:lnTo>
                <a:close/>
              </a:path>
              <a:path w="4711700" h="3270250">
                <a:moveTo>
                  <a:pt x="4706569" y="3265323"/>
                </a:moveTo>
                <a:lnTo>
                  <a:pt x="4702065" y="3265323"/>
                </a:lnTo>
                <a:lnTo>
                  <a:pt x="4702065" y="3247307"/>
                </a:lnTo>
                <a:lnTo>
                  <a:pt x="4711073" y="3247307"/>
                </a:lnTo>
                <a:lnTo>
                  <a:pt x="4711073" y="3260819"/>
                </a:lnTo>
                <a:lnTo>
                  <a:pt x="4706569" y="3260819"/>
                </a:lnTo>
                <a:lnTo>
                  <a:pt x="4706569" y="3265323"/>
                </a:lnTo>
                <a:close/>
              </a:path>
              <a:path w="4711700" h="3270250">
                <a:moveTo>
                  <a:pt x="4711073" y="3269827"/>
                </a:moveTo>
                <a:lnTo>
                  <a:pt x="4697562" y="3269827"/>
                </a:lnTo>
                <a:lnTo>
                  <a:pt x="4697562" y="3260819"/>
                </a:lnTo>
                <a:lnTo>
                  <a:pt x="4702065" y="3260819"/>
                </a:lnTo>
                <a:lnTo>
                  <a:pt x="4702065" y="3265323"/>
                </a:lnTo>
                <a:lnTo>
                  <a:pt x="4711073" y="3265323"/>
                </a:lnTo>
                <a:lnTo>
                  <a:pt x="4711073" y="3269827"/>
                </a:lnTo>
                <a:close/>
              </a:path>
              <a:path w="4711700" h="3270250">
                <a:moveTo>
                  <a:pt x="4711073" y="3265323"/>
                </a:moveTo>
                <a:lnTo>
                  <a:pt x="4706569" y="3265323"/>
                </a:lnTo>
                <a:lnTo>
                  <a:pt x="4706569" y="3260819"/>
                </a:lnTo>
                <a:lnTo>
                  <a:pt x="4711073" y="3260819"/>
                </a:lnTo>
                <a:lnTo>
                  <a:pt x="4711073" y="3265323"/>
                </a:lnTo>
                <a:close/>
              </a:path>
              <a:path w="4711700" h="3270250">
                <a:moveTo>
                  <a:pt x="4661530" y="3269827"/>
                </a:moveTo>
                <a:lnTo>
                  <a:pt x="4634507" y="3269827"/>
                </a:lnTo>
                <a:lnTo>
                  <a:pt x="4634507" y="3260819"/>
                </a:lnTo>
                <a:lnTo>
                  <a:pt x="4661530" y="3260819"/>
                </a:lnTo>
                <a:lnTo>
                  <a:pt x="4661530" y="3269827"/>
                </a:lnTo>
                <a:close/>
              </a:path>
              <a:path w="4711700" h="3270250">
                <a:moveTo>
                  <a:pt x="4598476" y="3269827"/>
                </a:moveTo>
                <a:lnTo>
                  <a:pt x="4571452" y="3269827"/>
                </a:lnTo>
                <a:lnTo>
                  <a:pt x="4571452" y="3260819"/>
                </a:lnTo>
                <a:lnTo>
                  <a:pt x="4598476" y="3260819"/>
                </a:lnTo>
                <a:lnTo>
                  <a:pt x="4598476" y="3269827"/>
                </a:lnTo>
                <a:close/>
              </a:path>
              <a:path w="4711700" h="3270250">
                <a:moveTo>
                  <a:pt x="4535421" y="3269827"/>
                </a:moveTo>
                <a:lnTo>
                  <a:pt x="4508398" y="3269827"/>
                </a:lnTo>
                <a:lnTo>
                  <a:pt x="4508398" y="3260819"/>
                </a:lnTo>
                <a:lnTo>
                  <a:pt x="4535421" y="3260819"/>
                </a:lnTo>
                <a:lnTo>
                  <a:pt x="4535421" y="3269827"/>
                </a:lnTo>
                <a:close/>
              </a:path>
              <a:path w="4711700" h="3270250">
                <a:moveTo>
                  <a:pt x="4472367" y="3269827"/>
                </a:moveTo>
                <a:lnTo>
                  <a:pt x="4445343" y="3269827"/>
                </a:lnTo>
                <a:lnTo>
                  <a:pt x="4445343" y="3260819"/>
                </a:lnTo>
                <a:lnTo>
                  <a:pt x="4472367" y="3260819"/>
                </a:lnTo>
                <a:lnTo>
                  <a:pt x="4472367" y="3269827"/>
                </a:lnTo>
                <a:close/>
              </a:path>
              <a:path w="4711700" h="3270250">
                <a:moveTo>
                  <a:pt x="4409312" y="3269827"/>
                </a:moveTo>
                <a:lnTo>
                  <a:pt x="4382289" y="3269827"/>
                </a:lnTo>
                <a:lnTo>
                  <a:pt x="4382289" y="3260819"/>
                </a:lnTo>
                <a:lnTo>
                  <a:pt x="4409312" y="3260819"/>
                </a:lnTo>
                <a:lnTo>
                  <a:pt x="4409312" y="3269827"/>
                </a:lnTo>
                <a:close/>
              </a:path>
              <a:path w="4711700" h="3270250">
                <a:moveTo>
                  <a:pt x="4346258" y="3269827"/>
                </a:moveTo>
                <a:lnTo>
                  <a:pt x="4319234" y="3269827"/>
                </a:lnTo>
                <a:lnTo>
                  <a:pt x="4319234" y="3260819"/>
                </a:lnTo>
                <a:lnTo>
                  <a:pt x="4346258" y="3260819"/>
                </a:lnTo>
                <a:lnTo>
                  <a:pt x="4346258" y="3269827"/>
                </a:lnTo>
                <a:close/>
              </a:path>
              <a:path w="4711700" h="3270250">
                <a:moveTo>
                  <a:pt x="4283203" y="3269827"/>
                </a:moveTo>
                <a:lnTo>
                  <a:pt x="4256180" y="3269827"/>
                </a:lnTo>
                <a:lnTo>
                  <a:pt x="4256180" y="3260819"/>
                </a:lnTo>
                <a:lnTo>
                  <a:pt x="4283203" y="3260819"/>
                </a:lnTo>
                <a:lnTo>
                  <a:pt x="4283203" y="3269827"/>
                </a:lnTo>
                <a:close/>
              </a:path>
              <a:path w="4711700" h="3270250">
                <a:moveTo>
                  <a:pt x="4220149" y="3269827"/>
                </a:moveTo>
                <a:lnTo>
                  <a:pt x="4193125" y="3269827"/>
                </a:lnTo>
                <a:lnTo>
                  <a:pt x="4193125" y="3260819"/>
                </a:lnTo>
                <a:lnTo>
                  <a:pt x="4220149" y="3260819"/>
                </a:lnTo>
                <a:lnTo>
                  <a:pt x="4220149" y="3269827"/>
                </a:lnTo>
                <a:close/>
              </a:path>
              <a:path w="4711700" h="3270250">
                <a:moveTo>
                  <a:pt x="4157094" y="3269827"/>
                </a:moveTo>
                <a:lnTo>
                  <a:pt x="4130071" y="3269827"/>
                </a:lnTo>
                <a:lnTo>
                  <a:pt x="4130071" y="3260819"/>
                </a:lnTo>
                <a:lnTo>
                  <a:pt x="4157094" y="3260819"/>
                </a:lnTo>
                <a:lnTo>
                  <a:pt x="4157094" y="3269827"/>
                </a:lnTo>
                <a:close/>
              </a:path>
              <a:path w="4711700" h="3270250">
                <a:moveTo>
                  <a:pt x="4094040" y="3269827"/>
                </a:moveTo>
                <a:lnTo>
                  <a:pt x="4067016" y="3269827"/>
                </a:lnTo>
                <a:lnTo>
                  <a:pt x="4067016" y="3260819"/>
                </a:lnTo>
                <a:lnTo>
                  <a:pt x="4094040" y="3260819"/>
                </a:lnTo>
                <a:lnTo>
                  <a:pt x="4094040" y="3269827"/>
                </a:lnTo>
                <a:close/>
              </a:path>
              <a:path w="4711700" h="3270250">
                <a:moveTo>
                  <a:pt x="4030985" y="3269827"/>
                </a:moveTo>
                <a:lnTo>
                  <a:pt x="4003962" y="3269827"/>
                </a:lnTo>
                <a:lnTo>
                  <a:pt x="4003962" y="3260819"/>
                </a:lnTo>
                <a:lnTo>
                  <a:pt x="4030985" y="3260819"/>
                </a:lnTo>
                <a:lnTo>
                  <a:pt x="4030985" y="3269827"/>
                </a:lnTo>
                <a:close/>
              </a:path>
              <a:path w="4711700" h="3270250">
                <a:moveTo>
                  <a:pt x="3967931" y="3269827"/>
                </a:moveTo>
                <a:lnTo>
                  <a:pt x="3940907" y="3269827"/>
                </a:lnTo>
                <a:lnTo>
                  <a:pt x="3940907" y="3260819"/>
                </a:lnTo>
                <a:lnTo>
                  <a:pt x="3967931" y="3260819"/>
                </a:lnTo>
                <a:lnTo>
                  <a:pt x="3967931" y="3269827"/>
                </a:lnTo>
                <a:close/>
              </a:path>
              <a:path w="4711700" h="3270250">
                <a:moveTo>
                  <a:pt x="3904876" y="3269827"/>
                </a:moveTo>
                <a:lnTo>
                  <a:pt x="3877853" y="3269827"/>
                </a:lnTo>
                <a:lnTo>
                  <a:pt x="3877853" y="3260819"/>
                </a:lnTo>
                <a:lnTo>
                  <a:pt x="3904876" y="3260819"/>
                </a:lnTo>
                <a:lnTo>
                  <a:pt x="3904876" y="3269827"/>
                </a:lnTo>
                <a:close/>
              </a:path>
              <a:path w="4711700" h="3270250">
                <a:moveTo>
                  <a:pt x="3841822" y="3269827"/>
                </a:moveTo>
                <a:lnTo>
                  <a:pt x="3814798" y="3269827"/>
                </a:lnTo>
                <a:lnTo>
                  <a:pt x="3814798" y="3260819"/>
                </a:lnTo>
                <a:lnTo>
                  <a:pt x="3841822" y="3260819"/>
                </a:lnTo>
                <a:lnTo>
                  <a:pt x="3841822" y="3269827"/>
                </a:lnTo>
                <a:close/>
              </a:path>
              <a:path w="4711700" h="3270250">
                <a:moveTo>
                  <a:pt x="3778767" y="3269827"/>
                </a:moveTo>
                <a:lnTo>
                  <a:pt x="3751744" y="3269827"/>
                </a:lnTo>
                <a:lnTo>
                  <a:pt x="3751744" y="3260819"/>
                </a:lnTo>
                <a:lnTo>
                  <a:pt x="3778767" y="3260819"/>
                </a:lnTo>
                <a:lnTo>
                  <a:pt x="3778767" y="3269827"/>
                </a:lnTo>
                <a:close/>
              </a:path>
              <a:path w="4711700" h="3270250">
                <a:moveTo>
                  <a:pt x="3715713" y="3269827"/>
                </a:moveTo>
                <a:lnTo>
                  <a:pt x="3688689" y="3269827"/>
                </a:lnTo>
                <a:lnTo>
                  <a:pt x="3688689" y="3260819"/>
                </a:lnTo>
                <a:lnTo>
                  <a:pt x="3715713" y="3260819"/>
                </a:lnTo>
                <a:lnTo>
                  <a:pt x="3715713" y="3269827"/>
                </a:lnTo>
                <a:close/>
              </a:path>
              <a:path w="4711700" h="3270250">
                <a:moveTo>
                  <a:pt x="3652658" y="3269827"/>
                </a:moveTo>
                <a:lnTo>
                  <a:pt x="3625635" y="3269827"/>
                </a:lnTo>
                <a:lnTo>
                  <a:pt x="3625635" y="3260819"/>
                </a:lnTo>
                <a:lnTo>
                  <a:pt x="3652658" y="3260819"/>
                </a:lnTo>
                <a:lnTo>
                  <a:pt x="3652658" y="3269827"/>
                </a:lnTo>
                <a:close/>
              </a:path>
              <a:path w="4711700" h="3270250">
                <a:moveTo>
                  <a:pt x="3589603" y="3269827"/>
                </a:moveTo>
                <a:lnTo>
                  <a:pt x="3562580" y="3269827"/>
                </a:lnTo>
                <a:lnTo>
                  <a:pt x="3562580" y="3260819"/>
                </a:lnTo>
                <a:lnTo>
                  <a:pt x="3589603" y="3260819"/>
                </a:lnTo>
                <a:lnTo>
                  <a:pt x="3589603" y="3269827"/>
                </a:lnTo>
                <a:close/>
              </a:path>
              <a:path w="4711700" h="3270250">
                <a:moveTo>
                  <a:pt x="3526549" y="3269827"/>
                </a:moveTo>
                <a:lnTo>
                  <a:pt x="3499526" y="3269827"/>
                </a:lnTo>
                <a:lnTo>
                  <a:pt x="3499526" y="3260819"/>
                </a:lnTo>
                <a:lnTo>
                  <a:pt x="3526549" y="3260819"/>
                </a:lnTo>
                <a:lnTo>
                  <a:pt x="3526549" y="3269827"/>
                </a:lnTo>
                <a:close/>
              </a:path>
              <a:path w="4711700" h="3270250">
                <a:moveTo>
                  <a:pt x="3463494" y="3269827"/>
                </a:moveTo>
                <a:lnTo>
                  <a:pt x="3436471" y="3269827"/>
                </a:lnTo>
                <a:lnTo>
                  <a:pt x="3436471" y="3260819"/>
                </a:lnTo>
                <a:lnTo>
                  <a:pt x="3463494" y="3260819"/>
                </a:lnTo>
                <a:lnTo>
                  <a:pt x="3463494" y="3269827"/>
                </a:lnTo>
                <a:close/>
              </a:path>
              <a:path w="4711700" h="3270250">
                <a:moveTo>
                  <a:pt x="3400440" y="3269827"/>
                </a:moveTo>
                <a:lnTo>
                  <a:pt x="3373417" y="3269827"/>
                </a:lnTo>
                <a:lnTo>
                  <a:pt x="3373417" y="3260819"/>
                </a:lnTo>
                <a:lnTo>
                  <a:pt x="3400440" y="3260819"/>
                </a:lnTo>
                <a:lnTo>
                  <a:pt x="3400440" y="3269827"/>
                </a:lnTo>
                <a:close/>
              </a:path>
              <a:path w="4711700" h="3270250">
                <a:moveTo>
                  <a:pt x="3337385" y="3269827"/>
                </a:moveTo>
                <a:lnTo>
                  <a:pt x="3310362" y="3269827"/>
                </a:lnTo>
                <a:lnTo>
                  <a:pt x="3310362" y="3260819"/>
                </a:lnTo>
                <a:lnTo>
                  <a:pt x="3337385" y="3260819"/>
                </a:lnTo>
                <a:lnTo>
                  <a:pt x="3337385" y="3269827"/>
                </a:lnTo>
                <a:close/>
              </a:path>
              <a:path w="4711700" h="3270250">
                <a:moveTo>
                  <a:pt x="3274331" y="3269827"/>
                </a:moveTo>
                <a:lnTo>
                  <a:pt x="3247307" y="3269827"/>
                </a:lnTo>
                <a:lnTo>
                  <a:pt x="3247307" y="3260819"/>
                </a:lnTo>
                <a:lnTo>
                  <a:pt x="3274331" y="3260819"/>
                </a:lnTo>
                <a:lnTo>
                  <a:pt x="3274331" y="3269827"/>
                </a:lnTo>
                <a:close/>
              </a:path>
              <a:path w="4711700" h="3270250">
                <a:moveTo>
                  <a:pt x="3211276" y="3269827"/>
                </a:moveTo>
                <a:lnTo>
                  <a:pt x="3184253" y="3269827"/>
                </a:lnTo>
                <a:lnTo>
                  <a:pt x="3184253" y="3260819"/>
                </a:lnTo>
                <a:lnTo>
                  <a:pt x="3211276" y="3260819"/>
                </a:lnTo>
                <a:lnTo>
                  <a:pt x="3211276" y="3269827"/>
                </a:lnTo>
                <a:close/>
              </a:path>
              <a:path w="4711700" h="3270250">
                <a:moveTo>
                  <a:pt x="3148222" y="3269827"/>
                </a:moveTo>
                <a:lnTo>
                  <a:pt x="3121198" y="3269827"/>
                </a:lnTo>
                <a:lnTo>
                  <a:pt x="3121198" y="3260819"/>
                </a:lnTo>
                <a:lnTo>
                  <a:pt x="3148222" y="3260819"/>
                </a:lnTo>
                <a:lnTo>
                  <a:pt x="3148222" y="3269827"/>
                </a:lnTo>
                <a:close/>
              </a:path>
              <a:path w="4711700" h="3270250">
                <a:moveTo>
                  <a:pt x="3085167" y="3269827"/>
                </a:moveTo>
                <a:lnTo>
                  <a:pt x="3058144" y="3269827"/>
                </a:lnTo>
                <a:lnTo>
                  <a:pt x="3058144" y="3260819"/>
                </a:lnTo>
                <a:lnTo>
                  <a:pt x="3085167" y="3260819"/>
                </a:lnTo>
                <a:lnTo>
                  <a:pt x="3085167" y="3269827"/>
                </a:lnTo>
                <a:close/>
              </a:path>
              <a:path w="4711700" h="3270250">
                <a:moveTo>
                  <a:pt x="3022113" y="3269827"/>
                </a:moveTo>
                <a:lnTo>
                  <a:pt x="2995089" y="3269827"/>
                </a:lnTo>
                <a:lnTo>
                  <a:pt x="2995089" y="3260819"/>
                </a:lnTo>
                <a:lnTo>
                  <a:pt x="3022113" y="3260819"/>
                </a:lnTo>
                <a:lnTo>
                  <a:pt x="3022113" y="3269827"/>
                </a:lnTo>
                <a:close/>
              </a:path>
              <a:path w="4711700" h="3270250">
                <a:moveTo>
                  <a:pt x="2959058" y="3269827"/>
                </a:moveTo>
                <a:lnTo>
                  <a:pt x="2932035" y="3269827"/>
                </a:lnTo>
                <a:lnTo>
                  <a:pt x="2932035" y="3260819"/>
                </a:lnTo>
                <a:lnTo>
                  <a:pt x="2959058" y="3260819"/>
                </a:lnTo>
                <a:lnTo>
                  <a:pt x="2959058" y="3269827"/>
                </a:lnTo>
                <a:close/>
              </a:path>
              <a:path w="4711700" h="3270250">
                <a:moveTo>
                  <a:pt x="2896004" y="3269827"/>
                </a:moveTo>
                <a:lnTo>
                  <a:pt x="2868980" y="3269827"/>
                </a:lnTo>
                <a:lnTo>
                  <a:pt x="2868980" y="3260819"/>
                </a:lnTo>
                <a:lnTo>
                  <a:pt x="2896004" y="3260819"/>
                </a:lnTo>
                <a:lnTo>
                  <a:pt x="2896004" y="3269827"/>
                </a:lnTo>
                <a:close/>
              </a:path>
              <a:path w="4711700" h="3270250">
                <a:moveTo>
                  <a:pt x="2832949" y="3269827"/>
                </a:moveTo>
                <a:lnTo>
                  <a:pt x="2805926" y="3269827"/>
                </a:lnTo>
                <a:lnTo>
                  <a:pt x="2805926" y="3260819"/>
                </a:lnTo>
                <a:lnTo>
                  <a:pt x="2832949" y="3260819"/>
                </a:lnTo>
                <a:lnTo>
                  <a:pt x="2832949" y="3269827"/>
                </a:lnTo>
                <a:close/>
              </a:path>
              <a:path w="4711700" h="3270250">
                <a:moveTo>
                  <a:pt x="2769895" y="3269827"/>
                </a:moveTo>
                <a:lnTo>
                  <a:pt x="2742871" y="3269827"/>
                </a:lnTo>
                <a:lnTo>
                  <a:pt x="2742871" y="3260819"/>
                </a:lnTo>
                <a:lnTo>
                  <a:pt x="2769895" y="3260819"/>
                </a:lnTo>
                <a:lnTo>
                  <a:pt x="2769895" y="3269827"/>
                </a:lnTo>
                <a:close/>
              </a:path>
              <a:path w="4711700" h="3270250">
                <a:moveTo>
                  <a:pt x="2706840" y="3269827"/>
                </a:moveTo>
                <a:lnTo>
                  <a:pt x="2679817" y="3269827"/>
                </a:lnTo>
                <a:lnTo>
                  <a:pt x="2679817" y="3260819"/>
                </a:lnTo>
                <a:lnTo>
                  <a:pt x="2706840" y="3260819"/>
                </a:lnTo>
                <a:lnTo>
                  <a:pt x="2706840" y="3269827"/>
                </a:lnTo>
                <a:close/>
              </a:path>
              <a:path w="4711700" h="3270250">
                <a:moveTo>
                  <a:pt x="2643786" y="3269827"/>
                </a:moveTo>
                <a:lnTo>
                  <a:pt x="2616762" y="3269827"/>
                </a:lnTo>
                <a:lnTo>
                  <a:pt x="2616762" y="3260819"/>
                </a:lnTo>
                <a:lnTo>
                  <a:pt x="2643786" y="3260819"/>
                </a:lnTo>
                <a:lnTo>
                  <a:pt x="2643786" y="3269827"/>
                </a:lnTo>
                <a:close/>
              </a:path>
              <a:path w="4711700" h="3270250">
                <a:moveTo>
                  <a:pt x="2580731" y="3269827"/>
                </a:moveTo>
                <a:lnTo>
                  <a:pt x="2553708" y="3269827"/>
                </a:lnTo>
                <a:lnTo>
                  <a:pt x="2553708" y="3260819"/>
                </a:lnTo>
                <a:lnTo>
                  <a:pt x="2580731" y="3260819"/>
                </a:lnTo>
                <a:lnTo>
                  <a:pt x="2580731" y="3269827"/>
                </a:lnTo>
                <a:close/>
              </a:path>
              <a:path w="4711700" h="3270250">
                <a:moveTo>
                  <a:pt x="2517677" y="3269827"/>
                </a:moveTo>
                <a:lnTo>
                  <a:pt x="2490653" y="3269827"/>
                </a:lnTo>
                <a:lnTo>
                  <a:pt x="2490653" y="3260819"/>
                </a:lnTo>
                <a:lnTo>
                  <a:pt x="2517677" y="3260819"/>
                </a:lnTo>
                <a:lnTo>
                  <a:pt x="2517677" y="3269827"/>
                </a:lnTo>
                <a:close/>
              </a:path>
              <a:path w="4711700" h="3270250">
                <a:moveTo>
                  <a:pt x="2454622" y="3269827"/>
                </a:moveTo>
                <a:lnTo>
                  <a:pt x="2427599" y="3269827"/>
                </a:lnTo>
                <a:lnTo>
                  <a:pt x="2427599" y="3260819"/>
                </a:lnTo>
                <a:lnTo>
                  <a:pt x="2454622" y="3260819"/>
                </a:lnTo>
                <a:lnTo>
                  <a:pt x="2454622" y="3269827"/>
                </a:lnTo>
                <a:close/>
              </a:path>
              <a:path w="4711700" h="3270250">
                <a:moveTo>
                  <a:pt x="2391568" y="3269827"/>
                </a:moveTo>
                <a:lnTo>
                  <a:pt x="2364544" y="3269827"/>
                </a:lnTo>
                <a:lnTo>
                  <a:pt x="2364544" y="3260819"/>
                </a:lnTo>
                <a:lnTo>
                  <a:pt x="2391568" y="3260819"/>
                </a:lnTo>
                <a:lnTo>
                  <a:pt x="2391568" y="3269827"/>
                </a:lnTo>
                <a:close/>
              </a:path>
              <a:path w="4711700" h="3270250">
                <a:moveTo>
                  <a:pt x="2328513" y="3269827"/>
                </a:moveTo>
                <a:lnTo>
                  <a:pt x="2301490" y="3269827"/>
                </a:lnTo>
                <a:lnTo>
                  <a:pt x="2301490" y="3260819"/>
                </a:lnTo>
                <a:lnTo>
                  <a:pt x="2328513" y="3260819"/>
                </a:lnTo>
                <a:lnTo>
                  <a:pt x="2328513" y="3269827"/>
                </a:lnTo>
                <a:close/>
              </a:path>
              <a:path w="4711700" h="3270250">
                <a:moveTo>
                  <a:pt x="2265458" y="3269827"/>
                </a:moveTo>
                <a:lnTo>
                  <a:pt x="2238435" y="3269827"/>
                </a:lnTo>
                <a:lnTo>
                  <a:pt x="2238435" y="3260819"/>
                </a:lnTo>
                <a:lnTo>
                  <a:pt x="2265458" y="3260819"/>
                </a:lnTo>
                <a:lnTo>
                  <a:pt x="2265458" y="3269827"/>
                </a:lnTo>
                <a:close/>
              </a:path>
              <a:path w="4711700" h="3270250">
                <a:moveTo>
                  <a:pt x="2202404" y="3269827"/>
                </a:moveTo>
                <a:lnTo>
                  <a:pt x="2175381" y="3269827"/>
                </a:lnTo>
                <a:lnTo>
                  <a:pt x="2175381" y="3260819"/>
                </a:lnTo>
                <a:lnTo>
                  <a:pt x="2202404" y="3260819"/>
                </a:lnTo>
                <a:lnTo>
                  <a:pt x="2202404" y="3269827"/>
                </a:lnTo>
                <a:close/>
              </a:path>
              <a:path w="4711700" h="3270250">
                <a:moveTo>
                  <a:pt x="2139349" y="3269827"/>
                </a:moveTo>
                <a:lnTo>
                  <a:pt x="2112326" y="3269827"/>
                </a:lnTo>
                <a:lnTo>
                  <a:pt x="2112326" y="3260819"/>
                </a:lnTo>
                <a:lnTo>
                  <a:pt x="2139349" y="3260819"/>
                </a:lnTo>
                <a:lnTo>
                  <a:pt x="2139349" y="3269827"/>
                </a:lnTo>
                <a:close/>
              </a:path>
              <a:path w="4711700" h="3270250">
                <a:moveTo>
                  <a:pt x="2076295" y="3269827"/>
                </a:moveTo>
                <a:lnTo>
                  <a:pt x="2049272" y="3269827"/>
                </a:lnTo>
                <a:lnTo>
                  <a:pt x="2049272" y="3260819"/>
                </a:lnTo>
                <a:lnTo>
                  <a:pt x="2076295" y="3260819"/>
                </a:lnTo>
                <a:lnTo>
                  <a:pt x="2076295" y="3269827"/>
                </a:lnTo>
                <a:close/>
              </a:path>
              <a:path w="4711700" h="3270250">
                <a:moveTo>
                  <a:pt x="2013240" y="3269827"/>
                </a:moveTo>
                <a:lnTo>
                  <a:pt x="1986217" y="3269827"/>
                </a:lnTo>
                <a:lnTo>
                  <a:pt x="1986217" y="3260819"/>
                </a:lnTo>
                <a:lnTo>
                  <a:pt x="2013240" y="3260819"/>
                </a:lnTo>
                <a:lnTo>
                  <a:pt x="2013240" y="3269827"/>
                </a:lnTo>
                <a:close/>
              </a:path>
              <a:path w="4711700" h="3270250">
                <a:moveTo>
                  <a:pt x="1950186" y="3269827"/>
                </a:moveTo>
                <a:lnTo>
                  <a:pt x="1923162" y="3269827"/>
                </a:lnTo>
                <a:lnTo>
                  <a:pt x="1923162" y="3260819"/>
                </a:lnTo>
                <a:lnTo>
                  <a:pt x="1950186" y="3260819"/>
                </a:lnTo>
                <a:lnTo>
                  <a:pt x="1950186" y="3269827"/>
                </a:lnTo>
                <a:close/>
              </a:path>
              <a:path w="4711700" h="3270250">
                <a:moveTo>
                  <a:pt x="1887131" y="3269827"/>
                </a:moveTo>
                <a:lnTo>
                  <a:pt x="1860108" y="3269827"/>
                </a:lnTo>
                <a:lnTo>
                  <a:pt x="1860108" y="3260819"/>
                </a:lnTo>
                <a:lnTo>
                  <a:pt x="1887131" y="3260819"/>
                </a:lnTo>
                <a:lnTo>
                  <a:pt x="1887131" y="3269827"/>
                </a:lnTo>
                <a:close/>
              </a:path>
              <a:path w="4711700" h="3270250">
                <a:moveTo>
                  <a:pt x="1824077" y="3269827"/>
                </a:moveTo>
                <a:lnTo>
                  <a:pt x="1797053" y="3269827"/>
                </a:lnTo>
                <a:lnTo>
                  <a:pt x="1797053" y="3260819"/>
                </a:lnTo>
                <a:lnTo>
                  <a:pt x="1824077" y="3260819"/>
                </a:lnTo>
                <a:lnTo>
                  <a:pt x="1824077" y="3269827"/>
                </a:lnTo>
                <a:close/>
              </a:path>
              <a:path w="4711700" h="3270250">
                <a:moveTo>
                  <a:pt x="1761022" y="3269827"/>
                </a:moveTo>
                <a:lnTo>
                  <a:pt x="1733999" y="3269827"/>
                </a:lnTo>
                <a:lnTo>
                  <a:pt x="1733999" y="3260819"/>
                </a:lnTo>
                <a:lnTo>
                  <a:pt x="1761022" y="3260819"/>
                </a:lnTo>
                <a:lnTo>
                  <a:pt x="1761022" y="3269827"/>
                </a:lnTo>
                <a:close/>
              </a:path>
              <a:path w="4711700" h="3270250">
                <a:moveTo>
                  <a:pt x="1697968" y="3269827"/>
                </a:moveTo>
                <a:lnTo>
                  <a:pt x="1670944" y="3269827"/>
                </a:lnTo>
                <a:lnTo>
                  <a:pt x="1670944" y="3260819"/>
                </a:lnTo>
                <a:lnTo>
                  <a:pt x="1697968" y="3260819"/>
                </a:lnTo>
                <a:lnTo>
                  <a:pt x="1697968" y="3269827"/>
                </a:lnTo>
                <a:close/>
              </a:path>
              <a:path w="4711700" h="3270250">
                <a:moveTo>
                  <a:pt x="1634913" y="3269827"/>
                </a:moveTo>
                <a:lnTo>
                  <a:pt x="1607890" y="3269827"/>
                </a:lnTo>
                <a:lnTo>
                  <a:pt x="1607890" y="3260819"/>
                </a:lnTo>
                <a:lnTo>
                  <a:pt x="1634913" y="3260819"/>
                </a:lnTo>
                <a:lnTo>
                  <a:pt x="1634913" y="3269827"/>
                </a:lnTo>
                <a:close/>
              </a:path>
              <a:path w="4711700" h="3270250">
                <a:moveTo>
                  <a:pt x="1571859" y="3269827"/>
                </a:moveTo>
                <a:lnTo>
                  <a:pt x="1544835" y="3269827"/>
                </a:lnTo>
                <a:lnTo>
                  <a:pt x="1544835" y="3260819"/>
                </a:lnTo>
                <a:lnTo>
                  <a:pt x="1571859" y="3260819"/>
                </a:lnTo>
                <a:lnTo>
                  <a:pt x="1571859" y="3269827"/>
                </a:lnTo>
                <a:close/>
              </a:path>
              <a:path w="4711700" h="3270250">
                <a:moveTo>
                  <a:pt x="1508804" y="3269827"/>
                </a:moveTo>
                <a:lnTo>
                  <a:pt x="1481781" y="3269827"/>
                </a:lnTo>
                <a:lnTo>
                  <a:pt x="1481781" y="3260819"/>
                </a:lnTo>
                <a:lnTo>
                  <a:pt x="1508804" y="3260819"/>
                </a:lnTo>
                <a:lnTo>
                  <a:pt x="1508804" y="3269827"/>
                </a:lnTo>
                <a:close/>
              </a:path>
              <a:path w="4711700" h="3270250">
                <a:moveTo>
                  <a:pt x="1445750" y="3269827"/>
                </a:moveTo>
                <a:lnTo>
                  <a:pt x="1418726" y="3269827"/>
                </a:lnTo>
                <a:lnTo>
                  <a:pt x="1418726" y="3260819"/>
                </a:lnTo>
                <a:lnTo>
                  <a:pt x="1445750" y="3260819"/>
                </a:lnTo>
                <a:lnTo>
                  <a:pt x="1445750" y="3269827"/>
                </a:lnTo>
                <a:close/>
              </a:path>
              <a:path w="4711700" h="3270250">
                <a:moveTo>
                  <a:pt x="1382695" y="3269827"/>
                </a:moveTo>
                <a:lnTo>
                  <a:pt x="1355672" y="3269827"/>
                </a:lnTo>
                <a:lnTo>
                  <a:pt x="1355672" y="3260819"/>
                </a:lnTo>
                <a:lnTo>
                  <a:pt x="1382695" y="3260819"/>
                </a:lnTo>
                <a:lnTo>
                  <a:pt x="1382695" y="3269827"/>
                </a:lnTo>
                <a:close/>
              </a:path>
              <a:path w="4711700" h="3270250">
                <a:moveTo>
                  <a:pt x="1319641" y="3269827"/>
                </a:moveTo>
                <a:lnTo>
                  <a:pt x="1292617" y="3269827"/>
                </a:lnTo>
                <a:lnTo>
                  <a:pt x="1292617" y="3260819"/>
                </a:lnTo>
                <a:lnTo>
                  <a:pt x="1319641" y="3260819"/>
                </a:lnTo>
                <a:lnTo>
                  <a:pt x="1319641" y="3269827"/>
                </a:lnTo>
                <a:close/>
              </a:path>
              <a:path w="4711700" h="3270250">
                <a:moveTo>
                  <a:pt x="1256586" y="3269827"/>
                </a:moveTo>
                <a:lnTo>
                  <a:pt x="1229563" y="3269827"/>
                </a:lnTo>
                <a:lnTo>
                  <a:pt x="1229563" y="3260819"/>
                </a:lnTo>
                <a:lnTo>
                  <a:pt x="1256586" y="3260819"/>
                </a:lnTo>
                <a:lnTo>
                  <a:pt x="1256586" y="3269827"/>
                </a:lnTo>
                <a:close/>
              </a:path>
              <a:path w="4711700" h="3270250">
                <a:moveTo>
                  <a:pt x="1193532" y="3269827"/>
                </a:moveTo>
                <a:lnTo>
                  <a:pt x="1166508" y="3269827"/>
                </a:lnTo>
                <a:lnTo>
                  <a:pt x="1166508" y="3260819"/>
                </a:lnTo>
                <a:lnTo>
                  <a:pt x="1193532" y="3260819"/>
                </a:lnTo>
                <a:lnTo>
                  <a:pt x="1193532" y="3269827"/>
                </a:lnTo>
                <a:close/>
              </a:path>
              <a:path w="4711700" h="3270250">
                <a:moveTo>
                  <a:pt x="1130477" y="3269827"/>
                </a:moveTo>
                <a:lnTo>
                  <a:pt x="1103454" y="3269827"/>
                </a:lnTo>
                <a:lnTo>
                  <a:pt x="1103454" y="3260819"/>
                </a:lnTo>
                <a:lnTo>
                  <a:pt x="1130477" y="3260819"/>
                </a:lnTo>
                <a:lnTo>
                  <a:pt x="1130477" y="3269827"/>
                </a:lnTo>
                <a:close/>
              </a:path>
              <a:path w="4711700" h="3270250">
                <a:moveTo>
                  <a:pt x="1067423" y="3269827"/>
                </a:moveTo>
                <a:lnTo>
                  <a:pt x="1040399" y="3269827"/>
                </a:lnTo>
                <a:lnTo>
                  <a:pt x="1040399" y="3260819"/>
                </a:lnTo>
                <a:lnTo>
                  <a:pt x="1067423" y="3260819"/>
                </a:lnTo>
                <a:lnTo>
                  <a:pt x="1067423" y="3269827"/>
                </a:lnTo>
                <a:close/>
              </a:path>
              <a:path w="4711700" h="3270250">
                <a:moveTo>
                  <a:pt x="1004368" y="3269827"/>
                </a:moveTo>
                <a:lnTo>
                  <a:pt x="977345" y="3269827"/>
                </a:lnTo>
                <a:lnTo>
                  <a:pt x="977345" y="3260819"/>
                </a:lnTo>
                <a:lnTo>
                  <a:pt x="1004368" y="3260819"/>
                </a:lnTo>
                <a:lnTo>
                  <a:pt x="1004368" y="3269827"/>
                </a:lnTo>
                <a:close/>
              </a:path>
              <a:path w="4711700" h="3270250">
                <a:moveTo>
                  <a:pt x="941313" y="3269827"/>
                </a:moveTo>
                <a:lnTo>
                  <a:pt x="914290" y="3269827"/>
                </a:lnTo>
                <a:lnTo>
                  <a:pt x="914290" y="3260819"/>
                </a:lnTo>
                <a:lnTo>
                  <a:pt x="941313" y="3260819"/>
                </a:lnTo>
                <a:lnTo>
                  <a:pt x="941313" y="3269827"/>
                </a:lnTo>
                <a:close/>
              </a:path>
              <a:path w="4711700" h="3270250">
                <a:moveTo>
                  <a:pt x="878259" y="3269827"/>
                </a:moveTo>
                <a:lnTo>
                  <a:pt x="851236" y="3269827"/>
                </a:lnTo>
                <a:lnTo>
                  <a:pt x="851236" y="3260819"/>
                </a:lnTo>
                <a:lnTo>
                  <a:pt x="878259" y="3260819"/>
                </a:lnTo>
                <a:lnTo>
                  <a:pt x="878259" y="3269827"/>
                </a:lnTo>
                <a:close/>
              </a:path>
              <a:path w="4711700" h="3270250">
                <a:moveTo>
                  <a:pt x="815204" y="3269827"/>
                </a:moveTo>
                <a:lnTo>
                  <a:pt x="788181" y="3269827"/>
                </a:lnTo>
                <a:lnTo>
                  <a:pt x="788181" y="3260819"/>
                </a:lnTo>
                <a:lnTo>
                  <a:pt x="815204" y="3260819"/>
                </a:lnTo>
                <a:lnTo>
                  <a:pt x="815204" y="3269827"/>
                </a:lnTo>
                <a:close/>
              </a:path>
              <a:path w="4711700" h="3270250">
                <a:moveTo>
                  <a:pt x="752150" y="3269827"/>
                </a:moveTo>
                <a:lnTo>
                  <a:pt x="725127" y="3269827"/>
                </a:lnTo>
                <a:lnTo>
                  <a:pt x="725127" y="3260819"/>
                </a:lnTo>
                <a:lnTo>
                  <a:pt x="752150" y="3260819"/>
                </a:lnTo>
                <a:lnTo>
                  <a:pt x="752150" y="3269827"/>
                </a:lnTo>
                <a:close/>
              </a:path>
              <a:path w="4711700" h="3270250">
                <a:moveTo>
                  <a:pt x="689095" y="3269827"/>
                </a:moveTo>
                <a:lnTo>
                  <a:pt x="662072" y="3269827"/>
                </a:lnTo>
                <a:lnTo>
                  <a:pt x="662072" y="3260819"/>
                </a:lnTo>
                <a:lnTo>
                  <a:pt x="689095" y="3260819"/>
                </a:lnTo>
                <a:lnTo>
                  <a:pt x="689095" y="3269827"/>
                </a:lnTo>
                <a:close/>
              </a:path>
              <a:path w="4711700" h="3270250">
                <a:moveTo>
                  <a:pt x="626041" y="3269827"/>
                </a:moveTo>
                <a:lnTo>
                  <a:pt x="599017" y="3269827"/>
                </a:lnTo>
                <a:lnTo>
                  <a:pt x="599017" y="3260819"/>
                </a:lnTo>
                <a:lnTo>
                  <a:pt x="626041" y="3260819"/>
                </a:lnTo>
                <a:lnTo>
                  <a:pt x="626041" y="3269827"/>
                </a:lnTo>
                <a:close/>
              </a:path>
              <a:path w="4711700" h="3270250">
                <a:moveTo>
                  <a:pt x="562986" y="3269827"/>
                </a:moveTo>
                <a:lnTo>
                  <a:pt x="535963" y="3269827"/>
                </a:lnTo>
                <a:lnTo>
                  <a:pt x="535963" y="3260819"/>
                </a:lnTo>
                <a:lnTo>
                  <a:pt x="562986" y="3260819"/>
                </a:lnTo>
                <a:lnTo>
                  <a:pt x="562986" y="3269827"/>
                </a:lnTo>
                <a:close/>
              </a:path>
              <a:path w="4711700" h="3270250">
                <a:moveTo>
                  <a:pt x="499932" y="3269827"/>
                </a:moveTo>
                <a:lnTo>
                  <a:pt x="472908" y="3269827"/>
                </a:lnTo>
                <a:lnTo>
                  <a:pt x="472908" y="3260819"/>
                </a:lnTo>
                <a:lnTo>
                  <a:pt x="499932" y="3260819"/>
                </a:lnTo>
                <a:lnTo>
                  <a:pt x="499932" y="3269827"/>
                </a:lnTo>
                <a:close/>
              </a:path>
              <a:path w="4711700" h="3270250">
                <a:moveTo>
                  <a:pt x="436878" y="3269827"/>
                </a:moveTo>
                <a:lnTo>
                  <a:pt x="409854" y="3269827"/>
                </a:lnTo>
                <a:lnTo>
                  <a:pt x="409854" y="3260819"/>
                </a:lnTo>
                <a:lnTo>
                  <a:pt x="436878" y="3260819"/>
                </a:lnTo>
                <a:lnTo>
                  <a:pt x="436878" y="3269827"/>
                </a:lnTo>
                <a:close/>
              </a:path>
              <a:path w="4711700" h="3270250">
                <a:moveTo>
                  <a:pt x="373823" y="3269827"/>
                </a:moveTo>
                <a:lnTo>
                  <a:pt x="346799" y="3269827"/>
                </a:lnTo>
                <a:lnTo>
                  <a:pt x="346799" y="3260819"/>
                </a:lnTo>
                <a:lnTo>
                  <a:pt x="373823" y="3260819"/>
                </a:lnTo>
                <a:lnTo>
                  <a:pt x="373823" y="3269827"/>
                </a:lnTo>
                <a:close/>
              </a:path>
              <a:path w="4711700" h="3270250">
                <a:moveTo>
                  <a:pt x="310768" y="3269827"/>
                </a:moveTo>
                <a:lnTo>
                  <a:pt x="283745" y="3269827"/>
                </a:lnTo>
                <a:lnTo>
                  <a:pt x="283745" y="3260819"/>
                </a:lnTo>
                <a:lnTo>
                  <a:pt x="310768" y="3260819"/>
                </a:lnTo>
                <a:lnTo>
                  <a:pt x="310768" y="3269827"/>
                </a:lnTo>
                <a:close/>
              </a:path>
              <a:path w="4711700" h="3270250">
                <a:moveTo>
                  <a:pt x="247714" y="3269827"/>
                </a:moveTo>
                <a:lnTo>
                  <a:pt x="220690" y="3269827"/>
                </a:lnTo>
                <a:lnTo>
                  <a:pt x="220690" y="3260819"/>
                </a:lnTo>
                <a:lnTo>
                  <a:pt x="247714" y="3260819"/>
                </a:lnTo>
                <a:lnTo>
                  <a:pt x="247714" y="3269827"/>
                </a:lnTo>
                <a:close/>
              </a:path>
              <a:path w="4711700" h="3270250">
                <a:moveTo>
                  <a:pt x="184659" y="3269827"/>
                </a:moveTo>
                <a:lnTo>
                  <a:pt x="157636" y="3269827"/>
                </a:lnTo>
                <a:lnTo>
                  <a:pt x="157636" y="3260819"/>
                </a:lnTo>
                <a:lnTo>
                  <a:pt x="184659" y="3260819"/>
                </a:lnTo>
                <a:lnTo>
                  <a:pt x="184659" y="3269827"/>
                </a:lnTo>
                <a:close/>
              </a:path>
              <a:path w="4711700" h="3270250">
                <a:moveTo>
                  <a:pt x="121605" y="3269827"/>
                </a:moveTo>
                <a:lnTo>
                  <a:pt x="94581" y="3269827"/>
                </a:lnTo>
                <a:lnTo>
                  <a:pt x="94581" y="3260819"/>
                </a:lnTo>
                <a:lnTo>
                  <a:pt x="121605" y="3260819"/>
                </a:lnTo>
                <a:lnTo>
                  <a:pt x="121605" y="3269827"/>
                </a:lnTo>
                <a:close/>
              </a:path>
              <a:path w="4711700" h="3270250">
                <a:moveTo>
                  <a:pt x="58550" y="3269827"/>
                </a:moveTo>
                <a:lnTo>
                  <a:pt x="31527" y="3269827"/>
                </a:lnTo>
                <a:lnTo>
                  <a:pt x="31527" y="3260819"/>
                </a:lnTo>
                <a:lnTo>
                  <a:pt x="58550" y="3260819"/>
                </a:lnTo>
                <a:lnTo>
                  <a:pt x="58550" y="3269827"/>
                </a:lnTo>
                <a:close/>
              </a:path>
              <a:path w="4711700" h="3270250">
                <a:moveTo>
                  <a:pt x="9007" y="3256315"/>
                </a:moveTo>
                <a:lnTo>
                  <a:pt x="0" y="3256315"/>
                </a:lnTo>
                <a:lnTo>
                  <a:pt x="0" y="3229292"/>
                </a:lnTo>
                <a:lnTo>
                  <a:pt x="9007" y="3229292"/>
                </a:lnTo>
                <a:lnTo>
                  <a:pt x="9007" y="3256315"/>
                </a:lnTo>
                <a:close/>
              </a:path>
              <a:path w="4711700" h="3270250">
                <a:moveTo>
                  <a:pt x="9007" y="3193261"/>
                </a:moveTo>
                <a:lnTo>
                  <a:pt x="0" y="3193261"/>
                </a:lnTo>
                <a:lnTo>
                  <a:pt x="0" y="3166237"/>
                </a:lnTo>
                <a:lnTo>
                  <a:pt x="9007" y="3166237"/>
                </a:lnTo>
                <a:lnTo>
                  <a:pt x="9007" y="3193261"/>
                </a:lnTo>
                <a:close/>
              </a:path>
              <a:path w="4711700" h="3270250">
                <a:moveTo>
                  <a:pt x="9007" y="3130206"/>
                </a:moveTo>
                <a:lnTo>
                  <a:pt x="0" y="3130206"/>
                </a:lnTo>
                <a:lnTo>
                  <a:pt x="0" y="3103183"/>
                </a:lnTo>
                <a:lnTo>
                  <a:pt x="9007" y="3103183"/>
                </a:lnTo>
                <a:lnTo>
                  <a:pt x="9007" y="3130206"/>
                </a:lnTo>
                <a:close/>
              </a:path>
              <a:path w="4711700" h="3270250">
                <a:moveTo>
                  <a:pt x="9007" y="3067152"/>
                </a:moveTo>
                <a:lnTo>
                  <a:pt x="0" y="3067152"/>
                </a:lnTo>
                <a:lnTo>
                  <a:pt x="0" y="3040128"/>
                </a:lnTo>
                <a:lnTo>
                  <a:pt x="9007" y="3040128"/>
                </a:lnTo>
                <a:lnTo>
                  <a:pt x="9007" y="3067152"/>
                </a:lnTo>
                <a:close/>
              </a:path>
              <a:path w="4711700" h="3270250">
                <a:moveTo>
                  <a:pt x="9007" y="3004097"/>
                </a:moveTo>
                <a:lnTo>
                  <a:pt x="0" y="3004097"/>
                </a:lnTo>
                <a:lnTo>
                  <a:pt x="0" y="2977074"/>
                </a:lnTo>
                <a:lnTo>
                  <a:pt x="9007" y="2977074"/>
                </a:lnTo>
                <a:lnTo>
                  <a:pt x="9007" y="3004097"/>
                </a:lnTo>
                <a:close/>
              </a:path>
              <a:path w="4711700" h="3270250">
                <a:moveTo>
                  <a:pt x="9007" y="2941043"/>
                </a:moveTo>
                <a:lnTo>
                  <a:pt x="0" y="2941043"/>
                </a:lnTo>
                <a:lnTo>
                  <a:pt x="0" y="2914019"/>
                </a:lnTo>
                <a:lnTo>
                  <a:pt x="9007" y="2914019"/>
                </a:lnTo>
                <a:lnTo>
                  <a:pt x="9007" y="2941043"/>
                </a:lnTo>
                <a:close/>
              </a:path>
              <a:path w="4711700" h="3270250">
                <a:moveTo>
                  <a:pt x="9007" y="2877988"/>
                </a:moveTo>
                <a:lnTo>
                  <a:pt x="0" y="2877988"/>
                </a:lnTo>
                <a:lnTo>
                  <a:pt x="0" y="2850965"/>
                </a:lnTo>
                <a:lnTo>
                  <a:pt x="9007" y="2850965"/>
                </a:lnTo>
                <a:lnTo>
                  <a:pt x="9007" y="2877988"/>
                </a:lnTo>
                <a:close/>
              </a:path>
              <a:path w="4711700" h="3270250">
                <a:moveTo>
                  <a:pt x="9007" y="2814934"/>
                </a:moveTo>
                <a:lnTo>
                  <a:pt x="0" y="2814934"/>
                </a:lnTo>
                <a:lnTo>
                  <a:pt x="0" y="2787910"/>
                </a:lnTo>
                <a:lnTo>
                  <a:pt x="9007" y="2787910"/>
                </a:lnTo>
                <a:lnTo>
                  <a:pt x="9007" y="2814934"/>
                </a:lnTo>
                <a:close/>
              </a:path>
              <a:path w="4711700" h="3270250">
                <a:moveTo>
                  <a:pt x="9007" y="2751879"/>
                </a:moveTo>
                <a:lnTo>
                  <a:pt x="0" y="2751879"/>
                </a:lnTo>
                <a:lnTo>
                  <a:pt x="0" y="2724856"/>
                </a:lnTo>
                <a:lnTo>
                  <a:pt x="9007" y="2724856"/>
                </a:lnTo>
                <a:lnTo>
                  <a:pt x="9007" y="2751879"/>
                </a:lnTo>
                <a:close/>
              </a:path>
              <a:path w="4711700" h="3270250">
                <a:moveTo>
                  <a:pt x="9007" y="2688825"/>
                </a:moveTo>
                <a:lnTo>
                  <a:pt x="0" y="2688825"/>
                </a:lnTo>
                <a:lnTo>
                  <a:pt x="0" y="2661801"/>
                </a:lnTo>
                <a:lnTo>
                  <a:pt x="9007" y="2661801"/>
                </a:lnTo>
                <a:lnTo>
                  <a:pt x="9007" y="2688825"/>
                </a:lnTo>
                <a:close/>
              </a:path>
              <a:path w="4711700" h="3270250">
                <a:moveTo>
                  <a:pt x="9007" y="2625770"/>
                </a:moveTo>
                <a:lnTo>
                  <a:pt x="0" y="2625770"/>
                </a:lnTo>
                <a:lnTo>
                  <a:pt x="0" y="2598747"/>
                </a:lnTo>
                <a:lnTo>
                  <a:pt x="9007" y="2598747"/>
                </a:lnTo>
                <a:lnTo>
                  <a:pt x="9007" y="2625770"/>
                </a:lnTo>
                <a:close/>
              </a:path>
              <a:path w="4711700" h="3270250">
                <a:moveTo>
                  <a:pt x="9007" y="2562716"/>
                </a:moveTo>
                <a:lnTo>
                  <a:pt x="0" y="2562716"/>
                </a:lnTo>
                <a:lnTo>
                  <a:pt x="0" y="2535692"/>
                </a:lnTo>
                <a:lnTo>
                  <a:pt x="9007" y="2535692"/>
                </a:lnTo>
                <a:lnTo>
                  <a:pt x="9007" y="2562716"/>
                </a:lnTo>
                <a:close/>
              </a:path>
              <a:path w="4711700" h="3270250">
                <a:moveTo>
                  <a:pt x="9007" y="2499661"/>
                </a:moveTo>
                <a:lnTo>
                  <a:pt x="0" y="2499661"/>
                </a:lnTo>
                <a:lnTo>
                  <a:pt x="0" y="2472638"/>
                </a:lnTo>
                <a:lnTo>
                  <a:pt x="9007" y="2472638"/>
                </a:lnTo>
                <a:lnTo>
                  <a:pt x="9007" y="2499661"/>
                </a:lnTo>
                <a:close/>
              </a:path>
              <a:path w="4711700" h="3270250">
                <a:moveTo>
                  <a:pt x="9007" y="2436606"/>
                </a:moveTo>
                <a:lnTo>
                  <a:pt x="0" y="2436606"/>
                </a:lnTo>
                <a:lnTo>
                  <a:pt x="0" y="2409583"/>
                </a:lnTo>
                <a:lnTo>
                  <a:pt x="9007" y="2409583"/>
                </a:lnTo>
                <a:lnTo>
                  <a:pt x="9007" y="2436606"/>
                </a:lnTo>
                <a:close/>
              </a:path>
              <a:path w="4711700" h="3270250">
                <a:moveTo>
                  <a:pt x="9007" y="2373552"/>
                </a:moveTo>
                <a:lnTo>
                  <a:pt x="0" y="2373552"/>
                </a:lnTo>
                <a:lnTo>
                  <a:pt x="0" y="2346529"/>
                </a:lnTo>
                <a:lnTo>
                  <a:pt x="9007" y="2346529"/>
                </a:lnTo>
                <a:lnTo>
                  <a:pt x="9007" y="2373552"/>
                </a:lnTo>
                <a:close/>
              </a:path>
              <a:path w="4711700" h="3270250">
                <a:moveTo>
                  <a:pt x="9007" y="2310497"/>
                </a:moveTo>
                <a:lnTo>
                  <a:pt x="0" y="2310497"/>
                </a:lnTo>
                <a:lnTo>
                  <a:pt x="0" y="2283474"/>
                </a:lnTo>
                <a:lnTo>
                  <a:pt x="9007" y="2283474"/>
                </a:lnTo>
                <a:lnTo>
                  <a:pt x="9007" y="2310497"/>
                </a:lnTo>
                <a:close/>
              </a:path>
              <a:path w="4711700" h="3270250">
                <a:moveTo>
                  <a:pt x="9007" y="2247443"/>
                </a:moveTo>
                <a:lnTo>
                  <a:pt x="0" y="2247443"/>
                </a:lnTo>
                <a:lnTo>
                  <a:pt x="0" y="2220420"/>
                </a:lnTo>
                <a:lnTo>
                  <a:pt x="9007" y="2220420"/>
                </a:lnTo>
                <a:lnTo>
                  <a:pt x="9007" y="2247443"/>
                </a:lnTo>
                <a:close/>
              </a:path>
              <a:path w="4711700" h="3270250">
                <a:moveTo>
                  <a:pt x="9007" y="2184388"/>
                </a:moveTo>
                <a:lnTo>
                  <a:pt x="0" y="2184388"/>
                </a:lnTo>
                <a:lnTo>
                  <a:pt x="0" y="2157365"/>
                </a:lnTo>
                <a:lnTo>
                  <a:pt x="9007" y="2157365"/>
                </a:lnTo>
                <a:lnTo>
                  <a:pt x="9007" y="2184388"/>
                </a:lnTo>
                <a:close/>
              </a:path>
              <a:path w="4711700" h="3270250">
                <a:moveTo>
                  <a:pt x="9007" y="2121334"/>
                </a:moveTo>
                <a:lnTo>
                  <a:pt x="0" y="2121334"/>
                </a:lnTo>
                <a:lnTo>
                  <a:pt x="0" y="2094310"/>
                </a:lnTo>
                <a:lnTo>
                  <a:pt x="9007" y="2094310"/>
                </a:lnTo>
                <a:lnTo>
                  <a:pt x="9007" y="2121334"/>
                </a:lnTo>
                <a:close/>
              </a:path>
              <a:path w="4711700" h="3270250">
                <a:moveTo>
                  <a:pt x="9007" y="2058279"/>
                </a:moveTo>
                <a:lnTo>
                  <a:pt x="0" y="2058279"/>
                </a:lnTo>
                <a:lnTo>
                  <a:pt x="0" y="2031256"/>
                </a:lnTo>
                <a:lnTo>
                  <a:pt x="9007" y="2031256"/>
                </a:lnTo>
                <a:lnTo>
                  <a:pt x="9007" y="2058279"/>
                </a:lnTo>
                <a:close/>
              </a:path>
              <a:path w="4711700" h="3270250">
                <a:moveTo>
                  <a:pt x="9007" y="1995225"/>
                </a:moveTo>
                <a:lnTo>
                  <a:pt x="0" y="1995225"/>
                </a:lnTo>
                <a:lnTo>
                  <a:pt x="0" y="1968201"/>
                </a:lnTo>
                <a:lnTo>
                  <a:pt x="9007" y="1968201"/>
                </a:lnTo>
                <a:lnTo>
                  <a:pt x="9007" y="1995225"/>
                </a:lnTo>
                <a:close/>
              </a:path>
              <a:path w="4711700" h="3270250">
                <a:moveTo>
                  <a:pt x="9007" y="1932170"/>
                </a:moveTo>
                <a:lnTo>
                  <a:pt x="0" y="1932170"/>
                </a:lnTo>
                <a:lnTo>
                  <a:pt x="0" y="1905147"/>
                </a:lnTo>
                <a:lnTo>
                  <a:pt x="9007" y="1905147"/>
                </a:lnTo>
                <a:lnTo>
                  <a:pt x="9007" y="1932170"/>
                </a:lnTo>
                <a:close/>
              </a:path>
              <a:path w="4711700" h="3270250">
                <a:moveTo>
                  <a:pt x="9007" y="1869116"/>
                </a:moveTo>
                <a:lnTo>
                  <a:pt x="0" y="1869116"/>
                </a:lnTo>
                <a:lnTo>
                  <a:pt x="0" y="1842092"/>
                </a:lnTo>
                <a:lnTo>
                  <a:pt x="9007" y="1842092"/>
                </a:lnTo>
                <a:lnTo>
                  <a:pt x="9007" y="1869116"/>
                </a:lnTo>
                <a:close/>
              </a:path>
              <a:path w="4711700" h="3270250">
                <a:moveTo>
                  <a:pt x="9007" y="1806061"/>
                </a:moveTo>
                <a:lnTo>
                  <a:pt x="0" y="1806061"/>
                </a:lnTo>
                <a:lnTo>
                  <a:pt x="0" y="1779038"/>
                </a:lnTo>
                <a:lnTo>
                  <a:pt x="9007" y="1779038"/>
                </a:lnTo>
                <a:lnTo>
                  <a:pt x="9007" y="1806061"/>
                </a:lnTo>
                <a:close/>
              </a:path>
              <a:path w="4711700" h="3270250">
                <a:moveTo>
                  <a:pt x="9007" y="1743007"/>
                </a:moveTo>
                <a:lnTo>
                  <a:pt x="0" y="1743007"/>
                </a:lnTo>
                <a:lnTo>
                  <a:pt x="0" y="1715983"/>
                </a:lnTo>
                <a:lnTo>
                  <a:pt x="9007" y="1715983"/>
                </a:lnTo>
                <a:lnTo>
                  <a:pt x="9007" y="1743007"/>
                </a:lnTo>
                <a:close/>
              </a:path>
              <a:path w="4711700" h="3270250">
                <a:moveTo>
                  <a:pt x="9007" y="1679952"/>
                </a:moveTo>
                <a:lnTo>
                  <a:pt x="0" y="1679952"/>
                </a:lnTo>
                <a:lnTo>
                  <a:pt x="0" y="1652929"/>
                </a:lnTo>
                <a:lnTo>
                  <a:pt x="9007" y="1652929"/>
                </a:lnTo>
                <a:lnTo>
                  <a:pt x="9007" y="1679952"/>
                </a:lnTo>
                <a:close/>
              </a:path>
              <a:path w="4711700" h="3270250">
                <a:moveTo>
                  <a:pt x="9007" y="1616898"/>
                </a:moveTo>
                <a:lnTo>
                  <a:pt x="0" y="1616898"/>
                </a:lnTo>
                <a:lnTo>
                  <a:pt x="0" y="1589874"/>
                </a:lnTo>
                <a:lnTo>
                  <a:pt x="9007" y="1589874"/>
                </a:lnTo>
                <a:lnTo>
                  <a:pt x="9007" y="1616898"/>
                </a:lnTo>
                <a:close/>
              </a:path>
              <a:path w="4711700" h="3270250">
                <a:moveTo>
                  <a:pt x="9007" y="1553843"/>
                </a:moveTo>
                <a:lnTo>
                  <a:pt x="0" y="1553843"/>
                </a:lnTo>
                <a:lnTo>
                  <a:pt x="0" y="1526820"/>
                </a:lnTo>
                <a:lnTo>
                  <a:pt x="9007" y="1526820"/>
                </a:lnTo>
                <a:lnTo>
                  <a:pt x="9007" y="1553843"/>
                </a:lnTo>
                <a:close/>
              </a:path>
              <a:path w="4711700" h="3270250">
                <a:moveTo>
                  <a:pt x="9007" y="1490789"/>
                </a:moveTo>
                <a:lnTo>
                  <a:pt x="0" y="1490789"/>
                </a:lnTo>
                <a:lnTo>
                  <a:pt x="0" y="1463765"/>
                </a:lnTo>
                <a:lnTo>
                  <a:pt x="9007" y="1463765"/>
                </a:lnTo>
                <a:lnTo>
                  <a:pt x="9007" y="1490789"/>
                </a:lnTo>
                <a:close/>
              </a:path>
              <a:path w="4711700" h="3270250">
                <a:moveTo>
                  <a:pt x="9007" y="1427734"/>
                </a:moveTo>
                <a:lnTo>
                  <a:pt x="0" y="1427734"/>
                </a:lnTo>
                <a:lnTo>
                  <a:pt x="0" y="1400711"/>
                </a:lnTo>
                <a:lnTo>
                  <a:pt x="9007" y="1400711"/>
                </a:lnTo>
                <a:lnTo>
                  <a:pt x="9007" y="1427734"/>
                </a:lnTo>
                <a:close/>
              </a:path>
              <a:path w="4711700" h="3270250">
                <a:moveTo>
                  <a:pt x="9007" y="1364680"/>
                </a:moveTo>
                <a:lnTo>
                  <a:pt x="0" y="1364680"/>
                </a:lnTo>
                <a:lnTo>
                  <a:pt x="0" y="1337656"/>
                </a:lnTo>
                <a:lnTo>
                  <a:pt x="9007" y="1337656"/>
                </a:lnTo>
                <a:lnTo>
                  <a:pt x="9007" y="1364680"/>
                </a:lnTo>
                <a:close/>
              </a:path>
              <a:path w="4711700" h="3270250">
                <a:moveTo>
                  <a:pt x="9007" y="1301625"/>
                </a:moveTo>
                <a:lnTo>
                  <a:pt x="0" y="1301625"/>
                </a:lnTo>
                <a:lnTo>
                  <a:pt x="0" y="1274602"/>
                </a:lnTo>
                <a:lnTo>
                  <a:pt x="9007" y="1274602"/>
                </a:lnTo>
                <a:lnTo>
                  <a:pt x="9007" y="1301625"/>
                </a:lnTo>
                <a:close/>
              </a:path>
              <a:path w="4711700" h="3270250">
                <a:moveTo>
                  <a:pt x="9007" y="1238570"/>
                </a:moveTo>
                <a:lnTo>
                  <a:pt x="0" y="1238570"/>
                </a:lnTo>
                <a:lnTo>
                  <a:pt x="0" y="1211547"/>
                </a:lnTo>
                <a:lnTo>
                  <a:pt x="9007" y="1211547"/>
                </a:lnTo>
                <a:lnTo>
                  <a:pt x="9007" y="1238570"/>
                </a:lnTo>
                <a:close/>
              </a:path>
              <a:path w="4711700" h="3270250">
                <a:moveTo>
                  <a:pt x="9007" y="1175516"/>
                </a:moveTo>
                <a:lnTo>
                  <a:pt x="0" y="1175516"/>
                </a:lnTo>
                <a:lnTo>
                  <a:pt x="0" y="1148492"/>
                </a:lnTo>
                <a:lnTo>
                  <a:pt x="9007" y="1148492"/>
                </a:lnTo>
                <a:lnTo>
                  <a:pt x="9007" y="1175516"/>
                </a:lnTo>
                <a:close/>
              </a:path>
              <a:path w="4711700" h="3270250">
                <a:moveTo>
                  <a:pt x="9007" y="1112461"/>
                </a:moveTo>
                <a:lnTo>
                  <a:pt x="0" y="1112461"/>
                </a:lnTo>
                <a:lnTo>
                  <a:pt x="0" y="1085438"/>
                </a:lnTo>
                <a:lnTo>
                  <a:pt x="9007" y="1085438"/>
                </a:lnTo>
                <a:lnTo>
                  <a:pt x="9007" y="1112461"/>
                </a:lnTo>
                <a:close/>
              </a:path>
              <a:path w="4711700" h="3270250">
                <a:moveTo>
                  <a:pt x="9007" y="1049407"/>
                </a:moveTo>
                <a:lnTo>
                  <a:pt x="0" y="1049407"/>
                </a:lnTo>
                <a:lnTo>
                  <a:pt x="0" y="1022384"/>
                </a:lnTo>
                <a:lnTo>
                  <a:pt x="9007" y="1022384"/>
                </a:lnTo>
                <a:lnTo>
                  <a:pt x="9007" y="1049407"/>
                </a:lnTo>
                <a:close/>
              </a:path>
              <a:path w="4711700" h="3270250">
                <a:moveTo>
                  <a:pt x="9007" y="986352"/>
                </a:moveTo>
                <a:lnTo>
                  <a:pt x="0" y="986352"/>
                </a:lnTo>
                <a:lnTo>
                  <a:pt x="0" y="959329"/>
                </a:lnTo>
                <a:lnTo>
                  <a:pt x="9007" y="959329"/>
                </a:lnTo>
                <a:lnTo>
                  <a:pt x="9007" y="986352"/>
                </a:lnTo>
                <a:close/>
              </a:path>
              <a:path w="4711700" h="3270250">
                <a:moveTo>
                  <a:pt x="9007" y="923298"/>
                </a:moveTo>
                <a:lnTo>
                  <a:pt x="0" y="923298"/>
                </a:lnTo>
                <a:lnTo>
                  <a:pt x="0" y="896275"/>
                </a:lnTo>
                <a:lnTo>
                  <a:pt x="9007" y="896275"/>
                </a:lnTo>
                <a:lnTo>
                  <a:pt x="9007" y="923298"/>
                </a:lnTo>
                <a:close/>
              </a:path>
              <a:path w="4711700" h="3270250">
                <a:moveTo>
                  <a:pt x="9007" y="860243"/>
                </a:moveTo>
                <a:lnTo>
                  <a:pt x="0" y="860243"/>
                </a:lnTo>
                <a:lnTo>
                  <a:pt x="0" y="833220"/>
                </a:lnTo>
                <a:lnTo>
                  <a:pt x="9007" y="833220"/>
                </a:lnTo>
                <a:lnTo>
                  <a:pt x="9007" y="860243"/>
                </a:lnTo>
                <a:close/>
              </a:path>
              <a:path w="4711700" h="3270250">
                <a:moveTo>
                  <a:pt x="9007" y="797189"/>
                </a:moveTo>
                <a:lnTo>
                  <a:pt x="0" y="797189"/>
                </a:lnTo>
                <a:lnTo>
                  <a:pt x="0" y="770165"/>
                </a:lnTo>
                <a:lnTo>
                  <a:pt x="9007" y="770165"/>
                </a:lnTo>
                <a:lnTo>
                  <a:pt x="9007" y="797189"/>
                </a:lnTo>
                <a:close/>
              </a:path>
              <a:path w="4711700" h="3270250">
                <a:moveTo>
                  <a:pt x="9007" y="734134"/>
                </a:moveTo>
                <a:lnTo>
                  <a:pt x="0" y="734134"/>
                </a:lnTo>
                <a:lnTo>
                  <a:pt x="0" y="707111"/>
                </a:lnTo>
                <a:lnTo>
                  <a:pt x="9007" y="707111"/>
                </a:lnTo>
                <a:lnTo>
                  <a:pt x="9007" y="734134"/>
                </a:lnTo>
                <a:close/>
              </a:path>
              <a:path w="4711700" h="3270250">
                <a:moveTo>
                  <a:pt x="9007" y="671080"/>
                </a:moveTo>
                <a:lnTo>
                  <a:pt x="0" y="671080"/>
                </a:lnTo>
                <a:lnTo>
                  <a:pt x="0" y="644056"/>
                </a:lnTo>
                <a:lnTo>
                  <a:pt x="9007" y="644056"/>
                </a:lnTo>
                <a:lnTo>
                  <a:pt x="9007" y="671080"/>
                </a:lnTo>
                <a:close/>
              </a:path>
              <a:path w="4711700" h="3270250">
                <a:moveTo>
                  <a:pt x="9007" y="608025"/>
                </a:moveTo>
                <a:lnTo>
                  <a:pt x="0" y="608025"/>
                </a:lnTo>
                <a:lnTo>
                  <a:pt x="0" y="581002"/>
                </a:lnTo>
                <a:lnTo>
                  <a:pt x="9007" y="581002"/>
                </a:lnTo>
                <a:lnTo>
                  <a:pt x="9007" y="608025"/>
                </a:lnTo>
                <a:close/>
              </a:path>
              <a:path w="4711700" h="3270250">
                <a:moveTo>
                  <a:pt x="9007" y="544971"/>
                </a:moveTo>
                <a:lnTo>
                  <a:pt x="0" y="544971"/>
                </a:lnTo>
                <a:lnTo>
                  <a:pt x="0" y="517947"/>
                </a:lnTo>
                <a:lnTo>
                  <a:pt x="9007" y="517947"/>
                </a:lnTo>
                <a:lnTo>
                  <a:pt x="9007" y="544971"/>
                </a:lnTo>
                <a:close/>
              </a:path>
              <a:path w="4711700" h="3270250">
                <a:moveTo>
                  <a:pt x="9007" y="481916"/>
                </a:moveTo>
                <a:lnTo>
                  <a:pt x="0" y="481916"/>
                </a:lnTo>
                <a:lnTo>
                  <a:pt x="0" y="454893"/>
                </a:lnTo>
                <a:lnTo>
                  <a:pt x="9007" y="454893"/>
                </a:lnTo>
                <a:lnTo>
                  <a:pt x="9007" y="481916"/>
                </a:lnTo>
                <a:close/>
              </a:path>
              <a:path w="4711700" h="3270250">
                <a:moveTo>
                  <a:pt x="9007" y="418862"/>
                </a:moveTo>
                <a:lnTo>
                  <a:pt x="0" y="418862"/>
                </a:lnTo>
                <a:lnTo>
                  <a:pt x="0" y="391838"/>
                </a:lnTo>
                <a:lnTo>
                  <a:pt x="9007" y="391838"/>
                </a:lnTo>
                <a:lnTo>
                  <a:pt x="9007" y="418862"/>
                </a:lnTo>
                <a:close/>
              </a:path>
              <a:path w="4711700" h="3270250">
                <a:moveTo>
                  <a:pt x="9007" y="355807"/>
                </a:moveTo>
                <a:lnTo>
                  <a:pt x="0" y="355807"/>
                </a:lnTo>
                <a:lnTo>
                  <a:pt x="0" y="328784"/>
                </a:lnTo>
                <a:lnTo>
                  <a:pt x="9007" y="328784"/>
                </a:lnTo>
                <a:lnTo>
                  <a:pt x="9007" y="355807"/>
                </a:lnTo>
                <a:close/>
              </a:path>
              <a:path w="4711700" h="3270250">
                <a:moveTo>
                  <a:pt x="9007" y="292753"/>
                </a:moveTo>
                <a:lnTo>
                  <a:pt x="0" y="292753"/>
                </a:lnTo>
                <a:lnTo>
                  <a:pt x="0" y="265729"/>
                </a:lnTo>
                <a:lnTo>
                  <a:pt x="9007" y="265729"/>
                </a:lnTo>
                <a:lnTo>
                  <a:pt x="9007" y="292753"/>
                </a:lnTo>
                <a:close/>
              </a:path>
              <a:path w="4711700" h="3270250">
                <a:moveTo>
                  <a:pt x="9007" y="229698"/>
                </a:moveTo>
                <a:lnTo>
                  <a:pt x="0" y="229698"/>
                </a:lnTo>
                <a:lnTo>
                  <a:pt x="0" y="202675"/>
                </a:lnTo>
                <a:lnTo>
                  <a:pt x="9007" y="202675"/>
                </a:lnTo>
                <a:lnTo>
                  <a:pt x="9007" y="229698"/>
                </a:lnTo>
                <a:close/>
              </a:path>
              <a:path w="4711700" h="3270250">
                <a:moveTo>
                  <a:pt x="9007" y="166644"/>
                </a:moveTo>
                <a:lnTo>
                  <a:pt x="0" y="166644"/>
                </a:lnTo>
                <a:lnTo>
                  <a:pt x="0" y="139620"/>
                </a:lnTo>
                <a:lnTo>
                  <a:pt x="9007" y="139620"/>
                </a:lnTo>
                <a:lnTo>
                  <a:pt x="9007" y="166644"/>
                </a:lnTo>
                <a:close/>
              </a:path>
              <a:path w="4711700" h="3270250">
                <a:moveTo>
                  <a:pt x="9007" y="103589"/>
                </a:moveTo>
                <a:lnTo>
                  <a:pt x="0" y="103589"/>
                </a:lnTo>
                <a:lnTo>
                  <a:pt x="0" y="76566"/>
                </a:lnTo>
                <a:lnTo>
                  <a:pt x="9007" y="76566"/>
                </a:lnTo>
                <a:lnTo>
                  <a:pt x="9007" y="103589"/>
                </a:lnTo>
                <a:close/>
              </a:path>
              <a:path w="4711700" h="3270250">
                <a:moveTo>
                  <a:pt x="9007" y="40535"/>
                </a:moveTo>
                <a:lnTo>
                  <a:pt x="0" y="40535"/>
                </a:lnTo>
                <a:lnTo>
                  <a:pt x="0" y="13511"/>
                </a:lnTo>
                <a:lnTo>
                  <a:pt x="9007" y="13511"/>
                </a:lnTo>
                <a:lnTo>
                  <a:pt x="9007" y="40535"/>
                </a:lnTo>
                <a:close/>
              </a:path>
              <a:path w="4711700" h="3270250">
                <a:moveTo>
                  <a:pt x="31527" y="9007"/>
                </a:moveTo>
                <a:lnTo>
                  <a:pt x="4503" y="9007"/>
                </a:lnTo>
                <a:lnTo>
                  <a:pt x="4503" y="0"/>
                </a:lnTo>
                <a:lnTo>
                  <a:pt x="31527" y="0"/>
                </a:lnTo>
                <a:lnTo>
                  <a:pt x="31527" y="9007"/>
                </a:lnTo>
                <a:close/>
              </a:path>
            </a:pathLst>
          </a:custGeom>
          <a:solidFill>
            <a:srgbClr val="6A6A6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object 4"/>
          <p:cNvSpPr/>
          <p:nvPr/>
        </p:nvSpPr>
        <p:spPr>
          <a:xfrm>
            <a:off x="2272320" y="1749240"/>
            <a:ext cx="3767760" cy="17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7280" rIns="0" bIns="0" anchor="t">
            <a:spAutoFit/>
          </a:bodyPr>
          <a:p>
            <a:pPr marL="12600">
              <a:lnSpc>
                <a:spcPct val="100000"/>
              </a:lnSpc>
              <a:spcBef>
                <a:spcPts val="136"/>
              </a:spcBef>
            </a:pP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SUR</a:t>
            </a:r>
            <a:r>
              <a:rPr lang="fr-FR" sz="1000" b="1" u="none" spc="6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SITE</a:t>
            </a:r>
            <a:r>
              <a:rPr lang="fr-FR" sz="1000" b="1" u="none" spc="51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pc="150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CLOU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D</a:t>
            </a:r>
            <a:r>
              <a:rPr lang="fr-FR" sz="1000" b="1" u="none" spc="26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PRIVÉ</a:t>
            </a:r>
            <a:r>
              <a:rPr lang="fr-FR" sz="1000" b="1" u="none" spc="51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IaaS</a:t>
            </a:r>
            <a:r>
              <a:rPr lang="fr-FR" sz="1000" b="1" u="none" spc="31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object 67"/>
          <p:cNvSpPr/>
          <p:nvPr/>
        </p:nvSpPr>
        <p:spPr>
          <a:xfrm>
            <a:off x="7130880" y="1655280"/>
            <a:ext cx="1906560" cy="24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520" rIns="0" bIns="0" anchor="t">
            <a:spAutoFit/>
          </a:bodyPr>
          <a:p>
            <a:pPr marL="12600">
              <a:lnSpc>
                <a:spcPct val="100000"/>
              </a:lnSpc>
              <a:spcBef>
                <a:spcPts val="91"/>
              </a:spcBef>
            </a:pPr>
            <a:r>
              <a:rPr lang="fr-FR" sz="1500" b="1" u="none" strike="noStrike">
                <a:solidFill>
                  <a:srgbClr val="C00000"/>
                </a:solidFill>
                <a:effectLst/>
                <a:uFillTx/>
                <a:latin typeface="Arial"/>
              </a:rPr>
              <a:t>Déploiement</a:t>
            </a:r>
            <a:r>
              <a:rPr lang="fr-FR" sz="1500" b="1" u="none" spc="-60" strike="noStrike">
                <a:solidFill>
                  <a:srgbClr val="C00000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-11" strike="noStrike">
                <a:solidFill>
                  <a:srgbClr val="C00000"/>
                </a:solidFill>
                <a:effectLst/>
                <a:uFillTx/>
                <a:latin typeface="Arial"/>
              </a:rPr>
              <a:t>hybride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object 5"/>
          <p:cNvSpPr/>
          <p:nvPr/>
        </p:nvSpPr>
        <p:spPr>
          <a:xfrm>
            <a:off x="645840" y="2145960"/>
            <a:ext cx="1081080" cy="522360"/>
          </a:xfrm>
          <a:custGeom>
            <a:avLst/>
            <a:gdLst>
              <a:gd name="textAreaLeft" fmla="*/ 0 w 1081080"/>
              <a:gd name="textAreaRight" fmla="*/ 1081440 w 1081080"/>
              <a:gd name="textAreaTop" fmla="*/ 0 h 522360"/>
              <a:gd name="textAreaBottom" fmla="*/ 522720 h 522360"/>
            </a:gdLst>
            <a:ahLst/>
            <a:cxnLst/>
            <a:rect l="textAreaLeft" t="textAreaTop" r="textAreaRight" b="textAreaBottom"/>
            <a:pathLst>
              <a:path w="1081405" h="522605">
                <a:moveTo>
                  <a:pt x="0" y="0"/>
                </a:moveTo>
                <a:lnTo>
                  <a:pt x="1080934" y="0"/>
                </a:lnTo>
                <a:lnTo>
                  <a:pt x="1080934" y="522451"/>
                </a:lnTo>
                <a:lnTo>
                  <a:pt x="0" y="522451"/>
                </a:lnTo>
                <a:lnTo>
                  <a:pt x="0" y="0"/>
                </a:lnTo>
                <a:close/>
              </a:path>
            </a:pathLst>
          </a:custGeom>
          <a:noFill/>
          <a:ln w="13511">
            <a:solidFill>
              <a:srgbClr val="11111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object 6"/>
          <p:cNvSpPr/>
          <p:nvPr/>
        </p:nvSpPr>
        <p:spPr>
          <a:xfrm>
            <a:off x="740880" y="2195640"/>
            <a:ext cx="92988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fr-FR" sz="135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Navigateur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51"/>
              </a:spcBef>
            </a:pPr>
            <a:r>
              <a:rPr lang="fr-FR" sz="11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ingénieurs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6" name="object 34"/>
          <p:cNvGrpSpPr/>
          <p:nvPr/>
        </p:nvGrpSpPr>
        <p:grpSpPr>
          <a:xfrm>
            <a:off x="1726560" y="2369160"/>
            <a:ext cx="576720" cy="75960"/>
            <a:chOff x="1726560" y="2369160"/>
            <a:chExt cx="576720" cy="75960"/>
          </a:xfrm>
        </p:grpSpPr>
        <p:sp>
          <p:nvSpPr>
            <p:cNvPr id="77" name="object 35"/>
            <p:cNvSpPr/>
            <p:nvPr/>
          </p:nvSpPr>
          <p:spPr>
            <a:xfrm>
              <a:off x="1726560" y="2406960"/>
              <a:ext cx="576360" cy="360"/>
            </a:xfrm>
            <a:custGeom>
              <a:avLst/>
              <a:gdLst>
                <a:gd name="textAreaLeft" fmla="*/ 0 w 576360"/>
                <a:gd name="textAreaRight" fmla="*/ 576720 w 576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576580" h="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8" name="object 36"/>
            <p:cNvSpPr/>
            <p:nvPr/>
          </p:nvSpPr>
          <p:spPr>
            <a:xfrm>
              <a:off x="2217960" y="2369160"/>
              <a:ext cx="85320" cy="759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9" name="object 37"/>
          <p:cNvSpPr/>
          <p:nvPr/>
        </p:nvSpPr>
        <p:spPr>
          <a:xfrm>
            <a:off x="1767960" y="2160000"/>
            <a:ext cx="4500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2600">
              <a:lnSpc>
                <a:spcPct val="100000"/>
              </a:lnSpc>
              <a:spcBef>
                <a:spcPts val="111"/>
              </a:spcBef>
            </a:pPr>
            <a:r>
              <a:rPr lang="fr-FR" sz="1100" b="0" u="none" spc="-91" strike="noStrike">
                <a:solidFill>
                  <a:srgbClr val="4A4A4A"/>
                </a:solidFill>
                <a:effectLst/>
                <a:uFillTx/>
                <a:latin typeface="Arial MT"/>
              </a:rPr>
              <a:t>:</a:t>
            </a:r>
            <a:r>
              <a:rPr lang="fr-FR" sz="1100" b="0" u="none" spc="-21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3000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object 7"/>
          <p:cNvGrpSpPr/>
          <p:nvPr/>
        </p:nvGrpSpPr>
        <p:grpSpPr>
          <a:xfrm>
            <a:off x="645840" y="3785400"/>
            <a:ext cx="1153080" cy="594360"/>
            <a:chOff x="645840" y="3785400"/>
            <a:chExt cx="1153080" cy="594360"/>
          </a:xfrm>
        </p:grpSpPr>
        <p:sp>
          <p:nvSpPr>
            <p:cNvPr id="81" name="object 8"/>
            <p:cNvSpPr/>
            <p:nvPr/>
          </p:nvSpPr>
          <p:spPr>
            <a:xfrm>
              <a:off x="717840" y="3785400"/>
              <a:ext cx="1081080" cy="522360"/>
            </a:xfrm>
            <a:custGeom>
              <a:avLst/>
              <a:gdLst>
                <a:gd name="textAreaLeft" fmla="*/ 0 w 1081080"/>
                <a:gd name="textAreaRight" fmla="*/ 1081440 w 108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007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object 9"/>
            <p:cNvSpPr/>
            <p:nvPr/>
          </p:nvSpPr>
          <p:spPr>
            <a:xfrm>
              <a:off x="681840" y="3821400"/>
              <a:ext cx="1081080" cy="522360"/>
            </a:xfrm>
            <a:custGeom>
              <a:avLst/>
              <a:gdLst>
                <a:gd name="textAreaLeft" fmla="*/ 0 w 1081080"/>
                <a:gd name="textAreaRight" fmla="*/ 1081440 w 108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3" name="object 10"/>
            <p:cNvSpPr/>
            <p:nvPr/>
          </p:nvSpPr>
          <p:spPr>
            <a:xfrm>
              <a:off x="681840" y="3821400"/>
              <a:ext cx="1081080" cy="522360"/>
            </a:xfrm>
            <a:custGeom>
              <a:avLst/>
              <a:gdLst>
                <a:gd name="textAreaLeft" fmla="*/ 0 w 1081080"/>
                <a:gd name="textAreaRight" fmla="*/ 1081440 w 108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007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4" name="object 11"/>
            <p:cNvSpPr/>
            <p:nvPr/>
          </p:nvSpPr>
          <p:spPr>
            <a:xfrm>
              <a:off x="645840" y="3857400"/>
              <a:ext cx="1081080" cy="522360"/>
            </a:xfrm>
            <a:custGeom>
              <a:avLst/>
              <a:gdLst>
                <a:gd name="textAreaLeft" fmla="*/ 0 w 1081080"/>
                <a:gd name="textAreaRight" fmla="*/ 1081440 w 108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081405" h="522604">
                  <a:moveTo>
                    <a:pt x="1080934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080934" y="0"/>
                  </a:lnTo>
                  <a:lnTo>
                    <a:pt x="1080934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" name="object 12"/>
            <p:cNvSpPr/>
            <p:nvPr/>
          </p:nvSpPr>
          <p:spPr>
            <a:xfrm>
              <a:off x="645840" y="3857400"/>
              <a:ext cx="1081080" cy="522360"/>
            </a:xfrm>
            <a:custGeom>
              <a:avLst/>
              <a:gdLst>
                <a:gd name="textAreaLeft" fmla="*/ 0 w 1081080"/>
                <a:gd name="textAreaRight" fmla="*/ 1081440 w 108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081405" h="522604">
                  <a:moveTo>
                    <a:pt x="0" y="0"/>
                  </a:moveTo>
                  <a:lnTo>
                    <a:pt x="1080934" y="0"/>
                  </a:lnTo>
                  <a:lnTo>
                    <a:pt x="1080934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6" name="object 13"/>
          <p:cNvSpPr/>
          <p:nvPr/>
        </p:nvSpPr>
        <p:spPr>
          <a:xfrm>
            <a:off x="722160" y="3864240"/>
            <a:ext cx="1006200" cy="4302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55800" rIns="0" bIns="0" anchor="t">
            <a:spAutoFit/>
          </a:bodyPr>
          <a:p>
            <a:pPr marL="30960">
              <a:lnSpc>
                <a:spcPct val="100000"/>
              </a:lnSpc>
              <a:spcBef>
                <a:spcPts val="439"/>
              </a:spcBef>
            </a:pPr>
            <a:r>
              <a:rPr lang="fr-FR" sz="135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Capteurs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960">
              <a:lnSpc>
                <a:spcPts val="1281"/>
              </a:lnSpc>
              <a:spcBef>
                <a:spcPts val="51"/>
              </a:spcBef>
            </a:pPr>
            <a:r>
              <a:rPr lang="fr-FR" sz="110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simulés</a:t>
            </a:r>
            <a:r>
              <a:rPr lang="fr-FR" sz="1100" b="0" u="none" spc="-4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×N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7" name="object 14"/>
          <p:cNvGrpSpPr/>
          <p:nvPr/>
        </p:nvGrpSpPr>
        <p:grpSpPr>
          <a:xfrm>
            <a:off x="2321280" y="2145960"/>
            <a:ext cx="829080" cy="2233440"/>
            <a:chOff x="2321280" y="2145960"/>
            <a:chExt cx="829080" cy="2233440"/>
          </a:xfrm>
        </p:grpSpPr>
        <p:sp>
          <p:nvSpPr>
            <p:cNvPr id="88" name="object 15"/>
            <p:cNvSpPr/>
            <p:nvPr/>
          </p:nvSpPr>
          <p:spPr>
            <a:xfrm>
              <a:off x="2321280" y="2145960"/>
              <a:ext cx="829080" cy="2233440"/>
            </a:xfrm>
            <a:custGeom>
              <a:avLst/>
              <a:gdLst>
                <a:gd name="textAreaLeft" fmla="*/ 0 w 829080"/>
                <a:gd name="textAreaRight" fmla="*/ 829440 w 829080"/>
                <a:gd name="textAreaTop" fmla="*/ 0 h 2233440"/>
                <a:gd name="textAreaBottom" fmla="*/ 2233800 h 2233440"/>
              </a:gdLst>
              <a:ahLst/>
              <a:cxnLst/>
              <a:rect l="textAreaLeft" t="textAreaTop" r="textAreaRight" b="textAreaBottom"/>
              <a:pathLst>
                <a:path w="829310" h="2233929">
                  <a:moveTo>
                    <a:pt x="828716" y="2233931"/>
                  </a:moveTo>
                  <a:lnTo>
                    <a:pt x="0" y="2233931"/>
                  </a:lnTo>
                  <a:lnTo>
                    <a:pt x="0" y="0"/>
                  </a:lnTo>
                  <a:lnTo>
                    <a:pt x="828716" y="0"/>
                  </a:lnTo>
                  <a:lnTo>
                    <a:pt x="828716" y="223393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9" name="object 16"/>
            <p:cNvSpPr/>
            <p:nvPr/>
          </p:nvSpPr>
          <p:spPr>
            <a:xfrm>
              <a:off x="2321280" y="2145960"/>
              <a:ext cx="829080" cy="2233440"/>
            </a:xfrm>
            <a:custGeom>
              <a:avLst/>
              <a:gdLst>
                <a:gd name="textAreaLeft" fmla="*/ 0 w 829080"/>
                <a:gd name="textAreaRight" fmla="*/ 829440 w 829080"/>
                <a:gd name="textAreaTop" fmla="*/ 0 h 2233440"/>
                <a:gd name="textAreaBottom" fmla="*/ 2233800 h 2233440"/>
              </a:gdLst>
              <a:ahLst/>
              <a:cxnLst/>
              <a:rect l="textAreaLeft" t="textAreaTop" r="textAreaRight" b="textAreaBottom"/>
              <a:pathLst>
                <a:path w="829310" h="2233929">
                  <a:moveTo>
                    <a:pt x="0" y="0"/>
                  </a:moveTo>
                  <a:lnTo>
                    <a:pt x="828716" y="0"/>
                  </a:lnTo>
                  <a:lnTo>
                    <a:pt x="828716" y="2233931"/>
                  </a:lnTo>
                  <a:lnTo>
                    <a:pt x="0" y="223393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0" name="object 17"/>
          <p:cNvSpPr/>
          <p:nvPr/>
        </p:nvSpPr>
        <p:spPr>
          <a:xfrm>
            <a:off x="2398320" y="2195640"/>
            <a:ext cx="628920" cy="567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99000"/>
              </a:lnSpc>
              <a:spcBef>
                <a:spcPts val="99"/>
              </a:spcBef>
            </a:pPr>
            <a:r>
              <a:rPr lang="fr-FR" sz="135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nginx </a:t>
            </a:r>
            <a:r>
              <a:rPr lang="fr-FR" sz="110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répartition </a:t>
            </a:r>
            <a:r>
              <a:rPr lang="fr-FR" sz="1100" b="0" u="none" spc="-34" strike="noStrike">
                <a:solidFill>
                  <a:srgbClr val="4A4A4A"/>
                </a:solidFill>
                <a:effectLst/>
                <a:uFillTx/>
                <a:latin typeface="Arial MT"/>
              </a:rPr>
              <a:t>de</a:t>
            </a:r>
            <a:r>
              <a:rPr lang="fr-FR" sz="1100" b="0" u="none" spc="-79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charge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91" name="object 18"/>
          <p:cNvGrpSpPr/>
          <p:nvPr/>
        </p:nvGrpSpPr>
        <p:grpSpPr>
          <a:xfrm>
            <a:off x="3582360" y="2073600"/>
            <a:ext cx="1423080" cy="594720"/>
            <a:chOff x="3582360" y="2073600"/>
            <a:chExt cx="1423080" cy="594720"/>
          </a:xfrm>
        </p:grpSpPr>
        <p:sp>
          <p:nvSpPr>
            <p:cNvPr id="92" name="object 19"/>
            <p:cNvSpPr/>
            <p:nvPr/>
          </p:nvSpPr>
          <p:spPr>
            <a:xfrm>
              <a:off x="3654360" y="207360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3" name="object 20"/>
            <p:cNvSpPr/>
            <p:nvPr/>
          </p:nvSpPr>
          <p:spPr>
            <a:xfrm>
              <a:off x="3654360" y="207360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007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object 21"/>
            <p:cNvSpPr/>
            <p:nvPr/>
          </p:nvSpPr>
          <p:spPr>
            <a:xfrm>
              <a:off x="3618360" y="210996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5" name="object 22"/>
            <p:cNvSpPr/>
            <p:nvPr/>
          </p:nvSpPr>
          <p:spPr>
            <a:xfrm>
              <a:off x="3618360" y="210996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9007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6" name="object 23"/>
            <p:cNvSpPr/>
            <p:nvPr/>
          </p:nvSpPr>
          <p:spPr>
            <a:xfrm>
              <a:off x="3582360" y="214596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object 24"/>
            <p:cNvSpPr/>
            <p:nvPr/>
          </p:nvSpPr>
          <p:spPr>
            <a:xfrm>
              <a:off x="3582360" y="214596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5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object 25"/>
          <p:cNvSpPr/>
          <p:nvPr/>
        </p:nvSpPr>
        <p:spPr>
          <a:xfrm>
            <a:off x="3658680" y="2195640"/>
            <a:ext cx="128484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30960">
              <a:lnSpc>
                <a:spcPct val="100000"/>
              </a:lnSpc>
              <a:spcBef>
                <a:spcPts val="99"/>
              </a:spcBef>
            </a:pPr>
            <a:r>
              <a:rPr lang="fr-FR" sz="135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frontend</a:t>
            </a:r>
            <a:r>
              <a:rPr lang="fr-FR" sz="1350" b="1" u="none" spc="-9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350" b="1" u="none" spc="-26" strike="noStrike">
                <a:solidFill>
                  <a:srgbClr val="111111"/>
                </a:solidFill>
                <a:effectLst/>
                <a:uFillTx/>
                <a:latin typeface="Arial"/>
              </a:rPr>
              <a:t>×N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960">
              <a:lnSpc>
                <a:spcPct val="100000"/>
              </a:lnSpc>
              <a:spcBef>
                <a:spcPts val="51"/>
              </a:spcBef>
            </a:pPr>
            <a:r>
              <a:rPr lang="fr-FR" sz="11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Node</a:t>
            </a:r>
            <a:r>
              <a:rPr lang="fr-FR" sz="1100" b="0" u="none" spc="-8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136" strike="noStrike">
                <a:solidFill>
                  <a:srgbClr val="4A4A4A"/>
                </a:solidFill>
                <a:effectLst/>
                <a:uFillTx/>
                <a:latin typeface="Arial MT"/>
              </a:rPr>
              <a:t>·</a:t>
            </a:r>
            <a:r>
              <a:rPr lang="fr-FR" sz="1100" b="0" u="none" spc="4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interface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object 31"/>
          <p:cNvSpPr/>
          <p:nvPr/>
        </p:nvSpPr>
        <p:spPr>
          <a:xfrm>
            <a:off x="5473800" y="3046680"/>
            <a:ext cx="1315440" cy="522360"/>
          </a:xfrm>
          <a:prstGeom prst="rect">
            <a:avLst/>
          </a:prstGeom>
          <a:solidFill>
            <a:srgbClr val="1F3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62280" rIns="0" bIns="0" anchor="t">
            <a:spAutoFit/>
          </a:bodyPr>
          <a:p>
            <a:pPr marL="108000">
              <a:lnSpc>
                <a:spcPct val="100000"/>
              </a:lnSpc>
              <a:spcBef>
                <a:spcPts val="490"/>
              </a:spcBef>
            </a:pPr>
            <a:r>
              <a:rPr lang="fr-FR" sz="1350" b="1" u="none" spc="-11" strike="noStrike">
                <a:solidFill>
                  <a:srgbClr val="FFFFFF"/>
                </a:solidFill>
                <a:effectLst/>
                <a:uFillTx/>
                <a:latin typeface="Arial"/>
              </a:rPr>
              <a:t>InfluxDB</a:t>
            </a:r>
            <a:endParaRPr lang="fr-FR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08000">
              <a:lnSpc>
                <a:spcPct val="100000"/>
              </a:lnSpc>
              <a:spcBef>
                <a:spcPts val="51"/>
              </a:spcBef>
            </a:pPr>
            <a:r>
              <a:rPr lang="fr-FR" sz="1100" b="0" u="none" spc="-11" strike="noStrike">
                <a:solidFill>
                  <a:srgbClr val="FFFFFF"/>
                </a:solidFill>
                <a:effectLst/>
                <a:uFillTx/>
                <a:latin typeface="Arial MT"/>
              </a:rPr>
              <a:t>télémétrie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00" name="object 38"/>
          <p:cNvGrpSpPr/>
          <p:nvPr/>
        </p:nvGrpSpPr>
        <p:grpSpPr>
          <a:xfrm>
            <a:off x="1726560" y="4080600"/>
            <a:ext cx="576720" cy="75960"/>
            <a:chOff x="1726560" y="4080600"/>
            <a:chExt cx="576720" cy="75960"/>
          </a:xfrm>
        </p:grpSpPr>
        <p:sp>
          <p:nvSpPr>
            <p:cNvPr id="101" name="object 39"/>
            <p:cNvSpPr/>
            <p:nvPr/>
          </p:nvSpPr>
          <p:spPr>
            <a:xfrm>
              <a:off x="1726560" y="4118400"/>
              <a:ext cx="576360" cy="360"/>
            </a:xfrm>
            <a:custGeom>
              <a:avLst/>
              <a:gdLst>
                <a:gd name="textAreaLeft" fmla="*/ 0 w 576360"/>
                <a:gd name="textAreaRight" fmla="*/ 576720 w 576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576580" h="0">
                  <a:moveTo>
                    <a:pt x="0" y="0"/>
                  </a:moveTo>
                  <a:lnTo>
                    <a:pt x="576498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2" name="object 40"/>
            <p:cNvSpPr/>
            <p:nvPr/>
          </p:nvSpPr>
          <p:spPr>
            <a:xfrm>
              <a:off x="2217960" y="4080600"/>
              <a:ext cx="85320" cy="759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3" name="object 41"/>
          <p:cNvSpPr/>
          <p:nvPr/>
        </p:nvSpPr>
        <p:spPr>
          <a:xfrm>
            <a:off x="1821960" y="3892320"/>
            <a:ext cx="39888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2600">
              <a:lnSpc>
                <a:spcPct val="100000"/>
              </a:lnSpc>
              <a:spcBef>
                <a:spcPts val="111"/>
              </a:spcBef>
            </a:pPr>
            <a:r>
              <a:rPr lang="fr-FR" sz="110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POST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4" name="object 26"/>
          <p:cNvGrpSpPr/>
          <p:nvPr/>
        </p:nvGrpSpPr>
        <p:grpSpPr>
          <a:xfrm>
            <a:off x="3582360" y="3785400"/>
            <a:ext cx="1423080" cy="594360"/>
            <a:chOff x="3582360" y="3785400"/>
            <a:chExt cx="1423080" cy="594360"/>
          </a:xfrm>
        </p:grpSpPr>
        <p:sp>
          <p:nvSpPr>
            <p:cNvPr id="105" name="object 27"/>
            <p:cNvSpPr/>
            <p:nvPr/>
          </p:nvSpPr>
          <p:spPr>
            <a:xfrm>
              <a:off x="3618360" y="3785400"/>
              <a:ext cx="1387080" cy="558360"/>
            </a:xfrm>
            <a:custGeom>
              <a:avLst/>
              <a:gdLst>
                <a:gd name="textAreaLeft" fmla="*/ 0 w 1387080"/>
                <a:gd name="textAreaRight" fmla="*/ 1387440 w 1387080"/>
                <a:gd name="textAreaTop" fmla="*/ 0 h 558360"/>
                <a:gd name="textAreaBottom" fmla="*/ 558720 h 558360"/>
              </a:gdLst>
              <a:ahLst/>
              <a:cxnLst/>
              <a:rect l="textAreaLeft" t="textAreaTop" r="textAreaRight" b="textAreaBottom"/>
              <a:pathLst>
                <a:path w="1387475" h="558800">
                  <a:moveTo>
                    <a:pt x="36031" y="0"/>
                  </a:moveTo>
                  <a:lnTo>
                    <a:pt x="1387199" y="0"/>
                  </a:lnTo>
                  <a:lnTo>
                    <a:pt x="1387199" y="522451"/>
                  </a:lnTo>
                  <a:lnTo>
                    <a:pt x="36031" y="522451"/>
                  </a:lnTo>
                  <a:lnTo>
                    <a:pt x="36031" y="0"/>
                  </a:lnTo>
                  <a:close/>
                </a:path>
                <a:path w="1387475" h="558800">
                  <a:moveTo>
                    <a:pt x="0" y="36031"/>
                  </a:moveTo>
                  <a:lnTo>
                    <a:pt x="1351168" y="36031"/>
                  </a:lnTo>
                  <a:lnTo>
                    <a:pt x="1351168" y="558482"/>
                  </a:lnTo>
                  <a:lnTo>
                    <a:pt x="0" y="558482"/>
                  </a:lnTo>
                  <a:lnTo>
                    <a:pt x="0" y="36031"/>
                  </a:lnTo>
                  <a:close/>
                </a:path>
              </a:pathLst>
            </a:custGeom>
            <a:noFill/>
            <a:ln w="9007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6" name="object 28"/>
            <p:cNvSpPr/>
            <p:nvPr/>
          </p:nvSpPr>
          <p:spPr>
            <a:xfrm>
              <a:off x="3582360" y="385740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4">
                  <a:moveTo>
                    <a:pt x="1351168" y="522451"/>
                  </a:moveTo>
                  <a:lnTo>
                    <a:pt x="0" y="522451"/>
                  </a:lnTo>
                  <a:lnTo>
                    <a:pt x="0" y="0"/>
                  </a:lnTo>
                  <a:lnTo>
                    <a:pt x="1351168" y="0"/>
                  </a:lnTo>
                  <a:lnTo>
                    <a:pt x="1351168" y="522451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07" name="object 29"/>
            <p:cNvSpPr/>
            <p:nvPr/>
          </p:nvSpPr>
          <p:spPr>
            <a:xfrm>
              <a:off x="3582360" y="3857400"/>
              <a:ext cx="1351080" cy="522360"/>
            </a:xfrm>
            <a:custGeom>
              <a:avLst/>
              <a:gdLst>
                <a:gd name="textAreaLeft" fmla="*/ 0 w 1351080"/>
                <a:gd name="textAreaRight" fmla="*/ 1351440 w 1351080"/>
                <a:gd name="textAreaTop" fmla="*/ 0 h 522360"/>
                <a:gd name="textAreaBottom" fmla="*/ 522720 h 522360"/>
              </a:gdLst>
              <a:ahLst/>
              <a:cxnLst/>
              <a:rect l="textAreaLeft" t="textAreaTop" r="textAreaRight" b="textAreaBottom"/>
              <a:pathLst>
                <a:path w="1351279" h="522604">
                  <a:moveTo>
                    <a:pt x="0" y="0"/>
                  </a:moveTo>
                  <a:lnTo>
                    <a:pt x="1351168" y="0"/>
                  </a:lnTo>
                  <a:lnTo>
                    <a:pt x="1351168" y="522451"/>
                  </a:lnTo>
                  <a:lnTo>
                    <a:pt x="0" y="52245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8" name="object 30"/>
          <p:cNvSpPr/>
          <p:nvPr/>
        </p:nvSpPr>
        <p:spPr>
          <a:xfrm>
            <a:off x="3654360" y="3903480"/>
            <a:ext cx="1284840" cy="487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55800" rIns="0" bIns="0" anchor="t">
            <a:spAutoFit/>
          </a:bodyPr>
          <a:p>
            <a:pPr marL="30960">
              <a:lnSpc>
                <a:spcPct val="100000"/>
              </a:lnSpc>
              <a:spcBef>
                <a:spcPts val="439"/>
              </a:spcBef>
            </a:pPr>
            <a:r>
              <a:rPr lang="fr-FR" sz="135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backend</a:t>
            </a:r>
            <a:r>
              <a:rPr lang="fr-FR" sz="1350" b="1" u="none" spc="-10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350" b="1" u="none" spc="-26" strike="noStrike">
                <a:solidFill>
                  <a:srgbClr val="111111"/>
                </a:solidFill>
                <a:effectLst/>
                <a:uFillTx/>
                <a:latin typeface="Arial"/>
              </a:rPr>
              <a:t>×N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960">
              <a:lnSpc>
                <a:spcPct val="100000"/>
              </a:lnSpc>
              <a:spcBef>
                <a:spcPts val="51"/>
              </a:spcBef>
            </a:pPr>
            <a:r>
              <a:rPr lang="fr-FR" sz="11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FastAPI</a:t>
            </a:r>
            <a:r>
              <a:rPr lang="fr-FR" sz="1100" b="0" u="none" spc="-3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136" strike="noStrike">
                <a:solidFill>
                  <a:srgbClr val="4A4A4A"/>
                </a:solidFill>
                <a:effectLst/>
                <a:uFillTx/>
                <a:latin typeface="Arial MT"/>
              </a:rPr>
              <a:t>·</a:t>
            </a:r>
            <a:r>
              <a:rPr lang="fr-FR" sz="1100" b="0" u="none" spc="26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seuils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object 32"/>
          <p:cNvSpPr/>
          <p:nvPr/>
        </p:nvSpPr>
        <p:spPr>
          <a:xfrm>
            <a:off x="5473800" y="4055400"/>
            <a:ext cx="1315440" cy="522360"/>
          </a:xfrm>
          <a:custGeom>
            <a:avLst/>
            <a:gdLst>
              <a:gd name="textAreaLeft" fmla="*/ 0 w 1315440"/>
              <a:gd name="textAreaRight" fmla="*/ 1315800 w 1315440"/>
              <a:gd name="textAreaTop" fmla="*/ 0 h 522360"/>
              <a:gd name="textAreaBottom" fmla="*/ 522720 h 522360"/>
            </a:gdLst>
            <a:ahLst/>
            <a:cxnLst/>
            <a:rect l="textAreaLeft" t="textAreaTop" r="textAreaRight" b="textAreaBottom"/>
            <a:pathLst>
              <a:path w="1315720" h="522604">
                <a:moveTo>
                  <a:pt x="1315137" y="522451"/>
                </a:moveTo>
                <a:lnTo>
                  <a:pt x="0" y="522451"/>
                </a:lnTo>
                <a:lnTo>
                  <a:pt x="0" y="0"/>
                </a:lnTo>
                <a:lnTo>
                  <a:pt x="1315137" y="0"/>
                </a:lnTo>
                <a:lnTo>
                  <a:pt x="1315137" y="522451"/>
                </a:lnTo>
                <a:close/>
              </a:path>
            </a:pathLst>
          </a:custGeom>
          <a:solidFill>
            <a:srgbClr val="1F3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object 33"/>
          <p:cNvSpPr/>
          <p:nvPr/>
        </p:nvSpPr>
        <p:spPr>
          <a:xfrm>
            <a:off x="5569200" y="4105440"/>
            <a:ext cx="101304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600" rIns="0" bIns="0" anchor="t">
            <a:spAutoFit/>
          </a:bodyPr>
          <a:p>
            <a:pPr marL="12600">
              <a:lnSpc>
                <a:spcPct val="100000"/>
              </a:lnSpc>
              <a:spcBef>
                <a:spcPts val="99"/>
              </a:spcBef>
            </a:pPr>
            <a:r>
              <a:rPr lang="fr-FR" sz="1350" b="1" u="none" spc="-11" strike="noStrike">
                <a:solidFill>
                  <a:srgbClr val="FFFFFF"/>
                </a:solidFill>
                <a:effectLst/>
                <a:uFillTx/>
                <a:latin typeface="Arial"/>
              </a:rPr>
              <a:t>PostgreSQL</a:t>
            </a:r>
            <a:endParaRPr lang="fr-FR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45"/>
              </a:spcBef>
            </a:pPr>
            <a:r>
              <a:rPr lang="fr-FR" sz="1100" b="0" u="none" spc="-11" strike="noStrike">
                <a:solidFill>
                  <a:srgbClr val="FFFFFF"/>
                </a:solidFill>
                <a:effectLst/>
                <a:uFillTx/>
                <a:latin typeface="Arial MT"/>
              </a:rPr>
              <a:t>alertes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1" name="object 42"/>
          <p:cNvGrpSpPr/>
          <p:nvPr/>
        </p:nvGrpSpPr>
        <p:grpSpPr>
          <a:xfrm>
            <a:off x="3150000" y="2369160"/>
            <a:ext cx="2684160" cy="2388960"/>
            <a:chOff x="3150000" y="2369160"/>
            <a:chExt cx="2684160" cy="2388960"/>
          </a:xfrm>
        </p:grpSpPr>
        <p:sp>
          <p:nvSpPr>
            <p:cNvPr id="112" name="object 43"/>
            <p:cNvSpPr/>
            <p:nvPr/>
          </p:nvSpPr>
          <p:spPr>
            <a:xfrm>
              <a:off x="3150000" y="2406960"/>
              <a:ext cx="414360" cy="360"/>
            </a:xfrm>
            <a:custGeom>
              <a:avLst/>
              <a:gdLst>
                <a:gd name="textAreaLeft" fmla="*/ 0 w 414360"/>
                <a:gd name="textAreaRight" fmla="*/ 414720 w 414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414654" h="0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object 44"/>
            <p:cNvSpPr/>
            <p:nvPr/>
          </p:nvSpPr>
          <p:spPr>
            <a:xfrm>
              <a:off x="3479040" y="2369160"/>
              <a:ext cx="85320" cy="759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4" name="object 45"/>
            <p:cNvSpPr/>
            <p:nvPr/>
          </p:nvSpPr>
          <p:spPr>
            <a:xfrm>
              <a:off x="3150000" y="4118400"/>
              <a:ext cx="414360" cy="360"/>
            </a:xfrm>
            <a:custGeom>
              <a:avLst/>
              <a:gdLst>
                <a:gd name="textAreaLeft" fmla="*/ 0 w 414360"/>
                <a:gd name="textAreaRight" fmla="*/ 414720 w 414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414654" h="0">
                  <a:moveTo>
                    <a:pt x="0" y="0"/>
                  </a:moveTo>
                  <a:lnTo>
                    <a:pt x="414358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5" name="object 46"/>
            <p:cNvSpPr/>
            <p:nvPr/>
          </p:nvSpPr>
          <p:spPr>
            <a:xfrm>
              <a:off x="3479040" y="4080600"/>
              <a:ext cx="85320" cy="759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6" name="object 47"/>
            <p:cNvSpPr/>
            <p:nvPr/>
          </p:nvSpPr>
          <p:spPr>
            <a:xfrm>
              <a:off x="3168000" y="2668320"/>
              <a:ext cx="1090080" cy="648720"/>
            </a:xfrm>
            <a:custGeom>
              <a:avLst/>
              <a:gdLst>
                <a:gd name="textAreaLeft" fmla="*/ 0 w 1090080"/>
                <a:gd name="textAreaRight" fmla="*/ 1090440 w 1090080"/>
                <a:gd name="textAreaTop" fmla="*/ 0 h 648720"/>
                <a:gd name="textAreaBottom" fmla="*/ 649080 h 648720"/>
              </a:gdLst>
              <a:ahLst/>
              <a:cxnLst/>
              <a:rect l="textAreaLeft" t="textAreaTop" r="textAreaRight" b="textAreaBottom"/>
              <a:pathLst>
                <a:path w="1090295" h="648970">
                  <a:moveTo>
                    <a:pt x="1089942" y="0"/>
                  </a:moveTo>
                  <a:lnTo>
                    <a:pt x="1089942" y="648560"/>
                  </a:lnTo>
                  <a:lnTo>
                    <a:pt x="0" y="64856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7" name="object 48"/>
            <p:cNvSpPr/>
            <p:nvPr/>
          </p:nvSpPr>
          <p:spPr>
            <a:xfrm>
              <a:off x="3168000" y="3278880"/>
              <a:ext cx="85320" cy="759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85123" y="0"/>
                  </a:moveTo>
                  <a:lnTo>
                    <a:pt x="85123" y="75665"/>
                  </a:lnTo>
                  <a:lnTo>
                    <a:pt x="0" y="37832"/>
                  </a:lnTo>
                  <a:lnTo>
                    <a:pt x="85123" y="0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8" name="object 49"/>
            <p:cNvSpPr/>
            <p:nvPr/>
          </p:nvSpPr>
          <p:spPr>
            <a:xfrm>
              <a:off x="4933440" y="3307680"/>
              <a:ext cx="522360" cy="693720"/>
            </a:xfrm>
            <a:custGeom>
              <a:avLst/>
              <a:gdLst>
                <a:gd name="textAreaLeft" fmla="*/ 0 w 522360"/>
                <a:gd name="textAreaRight" fmla="*/ 522720 w 522360"/>
                <a:gd name="textAreaTop" fmla="*/ 0 h 693720"/>
                <a:gd name="textAreaBottom" fmla="*/ 694080 h 693720"/>
              </a:gdLst>
              <a:ahLst/>
              <a:cxnLst/>
              <a:rect l="textAreaLeft" t="textAreaTop" r="textAreaRight" b="textAreaBottom"/>
              <a:pathLst>
                <a:path w="522604" h="694054">
                  <a:moveTo>
                    <a:pt x="0" y="693599"/>
                  </a:moveTo>
                  <a:lnTo>
                    <a:pt x="270233" y="693599"/>
                  </a:lnTo>
                  <a:lnTo>
                    <a:pt x="270233" y="0"/>
                  </a:lnTo>
                  <a:lnTo>
                    <a:pt x="522451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9" name="object 50"/>
            <p:cNvSpPr/>
            <p:nvPr/>
          </p:nvSpPr>
          <p:spPr>
            <a:xfrm>
              <a:off x="5370840" y="3269880"/>
              <a:ext cx="85320" cy="759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0" name="object 51"/>
            <p:cNvSpPr/>
            <p:nvPr/>
          </p:nvSpPr>
          <p:spPr>
            <a:xfrm>
              <a:off x="4933440" y="4235760"/>
              <a:ext cx="522360" cy="81000"/>
            </a:xfrm>
            <a:custGeom>
              <a:avLst/>
              <a:gdLst>
                <a:gd name="textAreaLeft" fmla="*/ 0 w 522360"/>
                <a:gd name="textAreaRight" fmla="*/ 522720 w 522360"/>
                <a:gd name="textAreaTop" fmla="*/ 0 h 81000"/>
                <a:gd name="textAreaBottom" fmla="*/ 81360 h 81000"/>
              </a:gdLst>
              <a:ahLst/>
              <a:cxnLst/>
              <a:rect l="textAreaLeft" t="textAreaTop" r="textAreaRight" b="textAreaBottom"/>
              <a:pathLst>
                <a:path w="522604" h="81279">
                  <a:moveTo>
                    <a:pt x="0" y="0"/>
                  </a:moveTo>
                  <a:lnTo>
                    <a:pt x="270233" y="0"/>
                  </a:lnTo>
                  <a:lnTo>
                    <a:pt x="270233" y="81070"/>
                  </a:lnTo>
                  <a:lnTo>
                    <a:pt x="522451" y="8107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1" name="object 52"/>
            <p:cNvSpPr/>
            <p:nvPr/>
          </p:nvSpPr>
          <p:spPr>
            <a:xfrm>
              <a:off x="5370840" y="4278960"/>
              <a:ext cx="85320" cy="75960"/>
            </a:xfrm>
            <a:custGeom>
              <a:avLst/>
              <a:gdLst>
                <a:gd name="textAreaLeft" fmla="*/ 0 w 85320"/>
                <a:gd name="textAreaRight" fmla="*/ 85680 w 8532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85725" h="76200">
                  <a:moveTo>
                    <a:pt x="0" y="75665"/>
                  </a:moveTo>
                  <a:lnTo>
                    <a:pt x="0" y="0"/>
                  </a:lnTo>
                  <a:lnTo>
                    <a:pt x="85123" y="37832"/>
                  </a:lnTo>
                  <a:lnTo>
                    <a:pt x="0" y="75665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2" name="object 53"/>
            <p:cNvSpPr/>
            <p:nvPr/>
          </p:nvSpPr>
          <p:spPr>
            <a:xfrm>
              <a:off x="4257720" y="4397760"/>
              <a:ext cx="1576440" cy="360360"/>
            </a:xfrm>
            <a:custGeom>
              <a:avLst/>
              <a:gdLst>
                <a:gd name="textAreaLeft" fmla="*/ 0 w 1576440"/>
                <a:gd name="textAreaRight" fmla="*/ 1576800 w 1576440"/>
                <a:gd name="textAreaTop" fmla="*/ 0 h 360360"/>
                <a:gd name="textAreaBottom" fmla="*/ 360720 h 360360"/>
              </a:gdLst>
              <a:ahLst/>
              <a:cxnLst/>
              <a:rect l="textAreaLeft" t="textAreaTop" r="textAreaRight" b="textAreaBottom"/>
              <a:pathLst>
                <a:path w="1576704" h="360679">
                  <a:moveTo>
                    <a:pt x="1576363" y="180155"/>
                  </a:moveTo>
                  <a:lnTo>
                    <a:pt x="1576363" y="360311"/>
                  </a:lnTo>
                  <a:lnTo>
                    <a:pt x="0" y="360311"/>
                  </a:lnTo>
                  <a:lnTo>
                    <a:pt x="0" y="0"/>
                  </a:lnTo>
                </a:path>
              </a:pathLst>
            </a:custGeom>
            <a:noFill/>
            <a:ln w="13511">
              <a:solidFill>
                <a:srgbClr val="11111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3" name="object 54"/>
            <p:cNvSpPr/>
            <p:nvPr/>
          </p:nvSpPr>
          <p:spPr>
            <a:xfrm>
              <a:off x="4219920" y="4397760"/>
              <a:ext cx="75960" cy="85320"/>
            </a:xfrm>
            <a:custGeom>
              <a:avLst/>
              <a:gdLst>
                <a:gd name="textAreaLeft" fmla="*/ 0 w 75960"/>
                <a:gd name="textAreaRight" fmla="*/ 76320 w 75960"/>
                <a:gd name="textAreaTop" fmla="*/ 0 h 85320"/>
                <a:gd name="textAreaBottom" fmla="*/ 85680 h 85320"/>
              </a:gdLst>
              <a:ahLst/>
              <a:cxnLst/>
              <a:rect l="textAreaLeft" t="textAreaTop" r="textAreaRight" b="textAreaBottom"/>
              <a:pathLst>
                <a:path w="76200" h="85725">
                  <a:moveTo>
                    <a:pt x="75665" y="85123"/>
                  </a:moveTo>
                  <a:lnTo>
                    <a:pt x="0" y="85123"/>
                  </a:lnTo>
                  <a:lnTo>
                    <a:pt x="37832" y="0"/>
                  </a:lnTo>
                  <a:lnTo>
                    <a:pt x="75665" y="85123"/>
                  </a:lnTo>
                  <a:close/>
                </a:path>
              </a:pathLst>
            </a:custGeom>
            <a:solidFill>
              <a:srgbClr val="11111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tIns="0" rIns="0" bIns="0" anchor="t">
              <a:noAutofit/>
            </a:bodyPr>
            <a:p>
              <a:endParaRPr lang="fr-F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24" name="object 68"/>
          <p:cNvSpPr/>
          <p:nvPr/>
        </p:nvSpPr>
        <p:spPr>
          <a:xfrm>
            <a:off x="7130880" y="2175840"/>
            <a:ext cx="4348080" cy="72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1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Sur</a:t>
            </a:r>
            <a:r>
              <a:rPr lang="fr-FR" sz="1400" b="1" u="none" spc="-17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51" strike="noStrike">
                <a:solidFill>
                  <a:srgbClr val="111111"/>
                </a:solidFill>
                <a:effectLst/>
                <a:uFillTx/>
                <a:latin typeface="Arial"/>
              </a:rPr>
              <a:t>site</a:t>
            </a:r>
            <a:r>
              <a:rPr lang="fr-FR" sz="1400" b="1" u="none" spc="-13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79" strike="noStrike">
                <a:solidFill>
                  <a:srgbClr val="111111"/>
                </a:solidFill>
                <a:effectLst/>
                <a:uFillTx/>
                <a:latin typeface="Arial"/>
              </a:rPr>
              <a:t>:</a:t>
            </a:r>
            <a:r>
              <a:rPr lang="fr-FR" sz="1400" b="1" u="none" spc="-24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cloud</a:t>
            </a:r>
            <a:r>
              <a:rPr lang="fr-FR" sz="1400" b="1" u="none" spc="-9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privé,</a:t>
            </a:r>
            <a:r>
              <a:rPr lang="fr-FR" sz="140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IaaS</a:t>
            </a:r>
            <a:r>
              <a:rPr lang="fr-FR" sz="14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Ingestion,</a:t>
            </a:r>
            <a:r>
              <a:rPr lang="fr-FR" sz="1400" b="0" u="none" spc="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détection,</a:t>
            </a:r>
            <a:r>
              <a:rPr lang="fr-FR" sz="1400" b="0" u="none" spc="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alertes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et</a:t>
            </a:r>
            <a:r>
              <a:rPr lang="fr-FR" sz="1400" b="0" u="none" spc="-9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tableau</a:t>
            </a:r>
            <a:r>
              <a:rPr lang="fr-FR" sz="1400" b="0" u="none" spc="-6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de</a:t>
            </a:r>
            <a:r>
              <a:rPr lang="fr-FR" sz="1400" b="0" u="none" spc="-10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bord</a:t>
            </a:r>
            <a:r>
              <a:rPr lang="fr-FR" sz="1400" b="0" u="none" spc="-6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temps</a:t>
            </a:r>
            <a:r>
              <a:rPr lang="fr-FR" sz="1400" b="0" u="none" spc="-9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54" strike="noStrike">
                <a:solidFill>
                  <a:srgbClr val="111111"/>
                </a:solidFill>
                <a:effectLst/>
                <a:uFillTx/>
                <a:latin typeface="Arial MT"/>
              </a:rPr>
              <a:t>réel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3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latence</a:t>
            </a:r>
            <a:r>
              <a:rPr lang="fr-FR" sz="1400" b="0" u="none" spc="-10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faible,</a:t>
            </a:r>
            <a:r>
              <a:rPr lang="fr-FR" sz="1400" b="0" u="none" spc="2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réseau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industriel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isolé,</a:t>
            </a:r>
            <a:r>
              <a:rPr lang="fr-FR" sz="1400" b="0" u="none" spc="3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fonctionne</a:t>
            </a:r>
            <a:r>
              <a:rPr lang="fr-FR" sz="1400" b="0" u="none" spc="-10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sans</a:t>
            </a:r>
            <a:r>
              <a:rPr lang="fr-FR" sz="1400" b="0" u="none" spc="-9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Internet.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object 55"/>
          <p:cNvSpPr/>
          <p:nvPr/>
        </p:nvSpPr>
        <p:spPr>
          <a:xfrm>
            <a:off x="4326120" y="2802600"/>
            <a:ext cx="121428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2600">
              <a:lnSpc>
                <a:spcPct val="100000"/>
              </a:lnSpc>
              <a:spcBef>
                <a:spcPts val="111"/>
              </a:spcBef>
            </a:pPr>
            <a:r>
              <a:rPr lang="fr-FR" sz="110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REST</a:t>
            </a:r>
            <a:r>
              <a:rPr lang="fr-FR" sz="1100" b="0" u="none" spc="-12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trike="noStrike">
                <a:solidFill>
                  <a:srgbClr val="4A4A4A"/>
                </a:solidFill>
                <a:effectLst/>
                <a:uFillTx/>
                <a:latin typeface="Arial MT"/>
              </a:rPr>
              <a:t>+</a:t>
            </a:r>
            <a:r>
              <a:rPr lang="fr-FR" sz="1100" b="0" u="none" spc="-5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WebSocket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object 56"/>
          <p:cNvSpPr/>
          <p:nvPr/>
        </p:nvSpPr>
        <p:spPr>
          <a:xfrm>
            <a:off x="4326120" y="2964600"/>
            <a:ext cx="949680" cy="19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2600">
              <a:lnSpc>
                <a:spcPct val="100000"/>
              </a:lnSpc>
              <a:spcBef>
                <a:spcPts val="111"/>
              </a:spcBef>
            </a:pPr>
            <a:r>
              <a:rPr lang="fr-FR" sz="11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vers</a:t>
            </a:r>
            <a:r>
              <a:rPr lang="fr-FR" sz="1100" b="0" u="none" spc="-6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le</a:t>
            </a:r>
            <a:r>
              <a:rPr lang="fr-FR" sz="1100" b="0" u="none" spc="-7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backend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object 64"/>
          <p:cNvSpPr/>
          <p:nvPr/>
        </p:nvSpPr>
        <p:spPr>
          <a:xfrm>
            <a:off x="7143840" y="3019320"/>
            <a:ext cx="4438440" cy="9000"/>
          </a:xfrm>
          <a:custGeom>
            <a:avLst/>
            <a:gdLst>
              <a:gd name="textAreaLeft" fmla="*/ 0 w 4438440"/>
              <a:gd name="textAreaRight" fmla="*/ 4438800 w 443844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object 69"/>
          <p:cNvSpPr/>
          <p:nvPr/>
        </p:nvSpPr>
        <p:spPr>
          <a:xfrm>
            <a:off x="7130880" y="3061440"/>
            <a:ext cx="4092840" cy="75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7280" rIns="0" bIns="0" anchor="t">
            <a:spAutoFit/>
          </a:bodyPr>
          <a:p>
            <a:pPr marL="12600">
              <a:lnSpc>
                <a:spcPct val="113000"/>
              </a:lnSpc>
              <a:spcBef>
                <a:spcPts val="136"/>
              </a:spcBef>
            </a:pPr>
            <a:r>
              <a:rPr lang="fr-FR" sz="1400" b="1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Cloud</a:t>
            </a:r>
            <a:r>
              <a:rPr lang="fr-FR" sz="140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public</a:t>
            </a:r>
            <a:r>
              <a:rPr lang="fr-FR" sz="1400" b="1" u="none" spc="-11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1" u="none" spc="79" strike="noStrike">
                <a:solidFill>
                  <a:srgbClr val="111111"/>
                </a:solidFill>
                <a:effectLst/>
                <a:uFillTx/>
                <a:latin typeface="Arial"/>
              </a:rPr>
              <a:t>: </a:t>
            </a:r>
            <a:r>
              <a:rPr lang="fr-FR" sz="1400" b="1" u="none" spc="-40" strike="noStrike">
                <a:solidFill>
                  <a:srgbClr val="111111"/>
                </a:solidFill>
                <a:effectLst/>
                <a:uFillTx/>
                <a:latin typeface="Arial"/>
              </a:rPr>
              <a:t>PaaS.</a:t>
            </a:r>
            <a:r>
              <a:rPr lang="fr-FR" sz="1400" b="1" u="none" spc="2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Historique</a:t>
            </a:r>
            <a:r>
              <a:rPr lang="fr-FR" sz="1400" b="0" u="none" spc="-9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long</a:t>
            </a:r>
            <a:r>
              <a:rPr lang="fr-FR" sz="1400" b="0" u="none" spc="-15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terme</a:t>
            </a:r>
            <a:r>
              <a:rPr lang="fr-FR" sz="1400" b="0" u="none" spc="-96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et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consultation</a:t>
            </a:r>
            <a:r>
              <a:rPr lang="fr-FR" sz="1400" b="0" u="none" spc="-4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hors</a:t>
            </a:r>
            <a:r>
              <a:rPr lang="fr-FR" sz="1400" b="0" u="none" spc="-7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0" strike="noStrike">
                <a:solidFill>
                  <a:srgbClr val="111111"/>
                </a:solidFill>
                <a:effectLst/>
                <a:uFillTx/>
                <a:latin typeface="Arial MT"/>
              </a:rPr>
              <a:t>site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sur</a:t>
            </a:r>
            <a:r>
              <a:rPr lang="fr-FR" sz="1400" b="0" u="none" spc="-12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bases</a:t>
            </a:r>
            <a:r>
              <a:rPr lang="fr-FR" sz="1400" b="0" u="none" spc="-7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0" strike="noStrike">
                <a:solidFill>
                  <a:srgbClr val="111111"/>
                </a:solidFill>
                <a:effectLst/>
                <a:uFillTx/>
                <a:latin typeface="Arial MT"/>
              </a:rPr>
              <a:t>managées</a:t>
            </a:r>
            <a:r>
              <a:rPr lang="fr-FR" sz="1400" b="0" u="none" spc="-7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:</a:t>
            </a:r>
            <a:r>
              <a:rPr lang="fr-FR" sz="1400" b="0" u="none" spc="60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élastique,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sans</a:t>
            </a:r>
            <a:r>
              <a:rPr lang="fr-FR" sz="1400" b="0" u="none" spc="-9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exploitation.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object 70"/>
          <p:cNvSpPr/>
          <p:nvPr/>
        </p:nvSpPr>
        <p:spPr>
          <a:xfrm>
            <a:off x="7097040" y="4644000"/>
            <a:ext cx="2604960" cy="25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1520" rIns="0" bIns="0" anchor="t">
            <a:spAutoFit/>
          </a:bodyPr>
          <a:p>
            <a:pPr marL="12600">
              <a:lnSpc>
                <a:spcPct val="100000"/>
              </a:lnSpc>
              <a:spcBef>
                <a:spcPts val="91"/>
              </a:spcBef>
            </a:pPr>
            <a:r>
              <a:rPr lang="fr-FR" sz="15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Prototype</a:t>
            </a:r>
            <a:r>
              <a:rPr lang="fr-FR" sz="1500" b="1" u="none" spc="-13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-113" strike="noStrike">
                <a:solidFill>
                  <a:srgbClr val="111111"/>
                </a:solidFill>
                <a:effectLst/>
                <a:uFillTx/>
                <a:latin typeface="Arial"/>
              </a:rPr>
              <a:t>:</a:t>
            </a:r>
            <a:r>
              <a:rPr lang="fr-FR" sz="1500" b="1" u="none" spc="-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trike="noStrike">
                <a:solidFill>
                  <a:srgbClr val="111111"/>
                </a:solidFill>
                <a:effectLst/>
                <a:uFillTx/>
                <a:latin typeface="Arial"/>
              </a:rPr>
              <a:t>Docker</a:t>
            </a:r>
            <a:r>
              <a:rPr lang="fr-FR" sz="1500" b="1" u="none" spc="-18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50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Compose</a:t>
            </a:r>
            <a:endParaRPr lang="fr-F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object 57"/>
          <p:cNvSpPr/>
          <p:nvPr/>
        </p:nvSpPr>
        <p:spPr>
          <a:xfrm>
            <a:off x="4326120" y="4748040"/>
            <a:ext cx="25578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4040" rIns="0" bIns="0" anchor="t">
            <a:spAutoFit/>
          </a:bodyPr>
          <a:p>
            <a:pPr marL="12600">
              <a:lnSpc>
                <a:spcPct val="100000"/>
              </a:lnSpc>
              <a:spcBef>
                <a:spcPts val="111"/>
              </a:spcBef>
            </a:pPr>
            <a:r>
              <a:rPr lang="fr-FR" sz="1100" b="0" u="none" spc="-34" strike="noStrike">
                <a:solidFill>
                  <a:srgbClr val="4A4A4A"/>
                </a:solidFill>
                <a:effectLst/>
                <a:uFillTx/>
                <a:latin typeface="Arial MT"/>
              </a:rPr>
              <a:t>NOTIFY</a:t>
            </a:r>
            <a:r>
              <a:rPr lang="fr-FR" sz="1100" b="0" u="none" spc="-17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050" b="0" u="none" strike="noStrike">
                <a:solidFill>
                  <a:srgbClr val="4A4A4A"/>
                </a:solidFill>
                <a:effectLst/>
                <a:uFillTx/>
                <a:latin typeface="Microsoft Sans Serif"/>
              </a:rPr>
              <a:t>→</a:t>
            </a:r>
            <a:r>
              <a:rPr lang="fr-FR" sz="1050" b="0" u="none" spc="-20" strike="noStrike">
                <a:solidFill>
                  <a:srgbClr val="4A4A4A"/>
                </a:solidFill>
                <a:effectLst/>
                <a:uFillTx/>
                <a:latin typeface="Microsoft Sans Serif"/>
              </a:rPr>
              <a:t> </a:t>
            </a:r>
            <a:r>
              <a:rPr lang="fr-FR" sz="110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toutes</a:t>
            </a:r>
            <a:r>
              <a:rPr lang="fr-FR" sz="1100" b="0" u="none" spc="-5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les</a:t>
            </a:r>
            <a:r>
              <a:rPr lang="fr-FR" sz="1100" b="0" u="none" spc="-5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répliques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object 71"/>
          <p:cNvSpPr/>
          <p:nvPr/>
        </p:nvSpPr>
        <p:spPr>
          <a:xfrm>
            <a:off x="7097040" y="5078880"/>
            <a:ext cx="407556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2240" rIns="0" bIns="0" anchor="t">
            <a:spAutoFit/>
          </a:bodyPr>
          <a:p>
            <a:pPr marL="12600">
              <a:lnSpc>
                <a:spcPct val="111000"/>
              </a:lnSpc>
              <a:spcBef>
                <a:spcPts val="96"/>
              </a:spcBef>
            </a:pP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6</a:t>
            </a:r>
            <a:r>
              <a:rPr lang="fr-FR" sz="1400" b="0" u="none" spc="-12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services,</a:t>
            </a:r>
            <a:r>
              <a:rPr lang="fr-FR" sz="1400" b="0" u="none" spc="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démarrés</a:t>
            </a:r>
            <a:r>
              <a:rPr lang="fr-FR" sz="1400" b="0" u="none" spc="-1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5" strike="noStrike">
                <a:solidFill>
                  <a:srgbClr val="111111"/>
                </a:solidFill>
                <a:effectLst/>
                <a:uFillTx/>
                <a:latin typeface="Arial MT"/>
              </a:rPr>
              <a:t>en</a:t>
            </a:r>
            <a:r>
              <a:rPr lang="fr-FR" sz="1400" b="0" u="none" spc="-7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4" strike="noStrike">
                <a:solidFill>
                  <a:srgbClr val="111111"/>
                </a:solidFill>
                <a:effectLst/>
                <a:uFillTx/>
                <a:latin typeface="Arial MT"/>
              </a:rPr>
              <a:t>une</a:t>
            </a:r>
            <a:r>
              <a:rPr lang="fr-FR" sz="1400" b="0" u="none" spc="-11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commande.</a:t>
            </a:r>
            <a:r>
              <a:rPr lang="fr-FR" sz="1400" b="0" u="none" spc="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45" strike="noStrike">
                <a:solidFill>
                  <a:srgbClr val="111111"/>
                </a:solidFill>
                <a:effectLst/>
                <a:uFillTx/>
                <a:latin typeface="Arial MT"/>
              </a:rPr>
              <a:t>Les</a:t>
            </a:r>
            <a:r>
              <a:rPr lang="fr-FR" sz="1400" b="0" u="none" spc="-11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services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sans</a:t>
            </a:r>
            <a:r>
              <a:rPr lang="fr-FR" sz="1400" b="0" u="none" spc="-79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26" strike="noStrike">
                <a:solidFill>
                  <a:srgbClr val="111111"/>
                </a:solidFill>
                <a:effectLst/>
                <a:uFillTx/>
                <a:latin typeface="Arial MT"/>
              </a:rPr>
              <a:t>état</a:t>
            </a:r>
            <a:r>
              <a:rPr lang="fr-FR" sz="1400" b="0" u="none" spc="-74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se</a:t>
            </a:r>
            <a:r>
              <a:rPr lang="fr-FR" sz="1400" b="0" u="none" spc="-8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31" strike="noStrike">
                <a:solidFill>
                  <a:srgbClr val="111111"/>
                </a:solidFill>
                <a:effectLst/>
                <a:uFillTx/>
                <a:latin typeface="Arial MT"/>
              </a:rPr>
              <a:t>répliquent</a:t>
            </a:r>
            <a:r>
              <a:rPr lang="fr-FR" sz="1400" b="0" u="none" spc="-71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trike="noStrike">
                <a:solidFill>
                  <a:srgbClr val="111111"/>
                </a:solidFill>
                <a:effectLst/>
                <a:uFillTx/>
                <a:latin typeface="Arial MT"/>
              </a:rPr>
              <a:t>à</a:t>
            </a:r>
            <a:r>
              <a:rPr lang="fr-FR" sz="1400" b="0" u="none" spc="-145" strike="noStrike">
                <a:solidFill>
                  <a:srgbClr val="111111"/>
                </a:solidFill>
                <a:effectLst/>
                <a:uFillTx/>
                <a:latin typeface="Arial MT"/>
              </a:rPr>
              <a:t> </a:t>
            </a:r>
            <a:r>
              <a:rPr lang="fr-FR" sz="1400" b="0" u="none" spc="-11" strike="noStrike">
                <a:solidFill>
                  <a:srgbClr val="111111"/>
                </a:solidFill>
                <a:effectLst/>
                <a:uFillTx/>
                <a:latin typeface="Arial MT"/>
              </a:rPr>
              <a:t>chaud.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object 58"/>
          <p:cNvSpPr/>
          <p:nvPr/>
        </p:nvSpPr>
        <p:spPr>
          <a:xfrm>
            <a:off x="2170080" y="5129640"/>
            <a:ext cx="4715640" cy="450360"/>
          </a:xfrm>
          <a:custGeom>
            <a:avLst/>
            <a:gdLst>
              <a:gd name="textAreaLeft" fmla="*/ 0 w 4715640"/>
              <a:gd name="textAreaRight" fmla="*/ 4716000 w 4715640"/>
              <a:gd name="textAreaTop" fmla="*/ 0 h 450360"/>
              <a:gd name="textAreaBottom" fmla="*/ 450720 h 450360"/>
            </a:gdLst>
            <a:ahLst/>
            <a:cxnLst/>
            <a:rect l="textAreaLeft" t="textAreaTop" r="textAreaRight" b="textAreaBottom"/>
            <a:pathLst>
              <a:path w="4716145" h="536575">
                <a:moveTo>
                  <a:pt x="132864" y="13511"/>
                </a:moveTo>
                <a:lnTo>
                  <a:pt x="87825" y="13511"/>
                </a:lnTo>
                <a:lnTo>
                  <a:pt x="87825" y="0"/>
                </a:lnTo>
                <a:lnTo>
                  <a:pt x="132864" y="0"/>
                </a:lnTo>
                <a:lnTo>
                  <a:pt x="132864" y="13511"/>
                </a:lnTo>
                <a:close/>
              </a:path>
              <a:path w="4716145" h="536575">
                <a:moveTo>
                  <a:pt x="213934" y="13511"/>
                </a:moveTo>
                <a:lnTo>
                  <a:pt x="168896" y="13511"/>
                </a:lnTo>
                <a:lnTo>
                  <a:pt x="168896" y="0"/>
                </a:lnTo>
                <a:lnTo>
                  <a:pt x="213934" y="0"/>
                </a:lnTo>
                <a:lnTo>
                  <a:pt x="213934" y="13511"/>
                </a:lnTo>
                <a:close/>
              </a:path>
              <a:path w="4716145" h="536575">
                <a:moveTo>
                  <a:pt x="295005" y="13511"/>
                </a:moveTo>
                <a:lnTo>
                  <a:pt x="249966" y="13511"/>
                </a:lnTo>
                <a:lnTo>
                  <a:pt x="249966" y="0"/>
                </a:lnTo>
                <a:lnTo>
                  <a:pt x="295005" y="0"/>
                </a:lnTo>
                <a:lnTo>
                  <a:pt x="295005" y="13511"/>
                </a:lnTo>
                <a:close/>
              </a:path>
              <a:path w="4716145" h="536575">
                <a:moveTo>
                  <a:pt x="376075" y="13511"/>
                </a:moveTo>
                <a:lnTo>
                  <a:pt x="331036" y="13511"/>
                </a:lnTo>
                <a:lnTo>
                  <a:pt x="331036" y="0"/>
                </a:lnTo>
                <a:lnTo>
                  <a:pt x="376075" y="0"/>
                </a:lnTo>
                <a:lnTo>
                  <a:pt x="376075" y="13511"/>
                </a:lnTo>
                <a:close/>
              </a:path>
              <a:path w="4716145" h="536575">
                <a:moveTo>
                  <a:pt x="457145" y="13511"/>
                </a:moveTo>
                <a:lnTo>
                  <a:pt x="412106" y="13511"/>
                </a:lnTo>
                <a:lnTo>
                  <a:pt x="412106" y="0"/>
                </a:lnTo>
                <a:lnTo>
                  <a:pt x="457145" y="0"/>
                </a:lnTo>
                <a:lnTo>
                  <a:pt x="457145" y="13511"/>
                </a:lnTo>
                <a:close/>
              </a:path>
              <a:path w="4716145" h="536575">
                <a:moveTo>
                  <a:pt x="538215" y="13511"/>
                </a:moveTo>
                <a:lnTo>
                  <a:pt x="493176" y="13511"/>
                </a:lnTo>
                <a:lnTo>
                  <a:pt x="493176" y="0"/>
                </a:lnTo>
                <a:lnTo>
                  <a:pt x="538215" y="0"/>
                </a:lnTo>
                <a:lnTo>
                  <a:pt x="538215" y="13511"/>
                </a:lnTo>
                <a:close/>
              </a:path>
              <a:path w="4716145" h="536575">
                <a:moveTo>
                  <a:pt x="619285" y="13511"/>
                </a:moveTo>
                <a:lnTo>
                  <a:pt x="574246" y="13511"/>
                </a:lnTo>
                <a:lnTo>
                  <a:pt x="574246" y="0"/>
                </a:lnTo>
                <a:lnTo>
                  <a:pt x="619285" y="0"/>
                </a:lnTo>
                <a:lnTo>
                  <a:pt x="619285" y="13511"/>
                </a:lnTo>
                <a:close/>
              </a:path>
              <a:path w="4716145" h="536575">
                <a:moveTo>
                  <a:pt x="700355" y="13511"/>
                </a:moveTo>
                <a:lnTo>
                  <a:pt x="655316" y="13511"/>
                </a:lnTo>
                <a:lnTo>
                  <a:pt x="655316" y="0"/>
                </a:lnTo>
                <a:lnTo>
                  <a:pt x="700355" y="0"/>
                </a:lnTo>
                <a:lnTo>
                  <a:pt x="700355" y="13511"/>
                </a:lnTo>
                <a:close/>
              </a:path>
              <a:path w="4716145" h="536575">
                <a:moveTo>
                  <a:pt x="781425" y="13511"/>
                </a:moveTo>
                <a:lnTo>
                  <a:pt x="736386" y="13511"/>
                </a:lnTo>
                <a:lnTo>
                  <a:pt x="736386" y="0"/>
                </a:lnTo>
                <a:lnTo>
                  <a:pt x="781425" y="0"/>
                </a:lnTo>
                <a:lnTo>
                  <a:pt x="781425" y="13511"/>
                </a:lnTo>
                <a:close/>
              </a:path>
              <a:path w="4716145" h="536575">
                <a:moveTo>
                  <a:pt x="862495" y="13511"/>
                </a:moveTo>
                <a:lnTo>
                  <a:pt x="817456" y="13511"/>
                </a:lnTo>
                <a:lnTo>
                  <a:pt x="817456" y="0"/>
                </a:lnTo>
                <a:lnTo>
                  <a:pt x="862495" y="0"/>
                </a:lnTo>
                <a:lnTo>
                  <a:pt x="862495" y="13511"/>
                </a:lnTo>
                <a:close/>
              </a:path>
              <a:path w="4716145" h="536575">
                <a:moveTo>
                  <a:pt x="943565" y="13511"/>
                </a:moveTo>
                <a:lnTo>
                  <a:pt x="898526" y="13511"/>
                </a:lnTo>
                <a:lnTo>
                  <a:pt x="898526" y="0"/>
                </a:lnTo>
                <a:lnTo>
                  <a:pt x="943565" y="0"/>
                </a:lnTo>
                <a:lnTo>
                  <a:pt x="943565" y="13511"/>
                </a:lnTo>
                <a:close/>
              </a:path>
              <a:path w="4716145" h="536575">
                <a:moveTo>
                  <a:pt x="1024636" y="13511"/>
                </a:moveTo>
                <a:lnTo>
                  <a:pt x="979597" y="13511"/>
                </a:lnTo>
                <a:lnTo>
                  <a:pt x="979597" y="0"/>
                </a:lnTo>
                <a:lnTo>
                  <a:pt x="1024636" y="0"/>
                </a:lnTo>
                <a:lnTo>
                  <a:pt x="1024636" y="13511"/>
                </a:lnTo>
                <a:close/>
              </a:path>
              <a:path w="4716145" h="536575">
                <a:moveTo>
                  <a:pt x="1105706" y="13511"/>
                </a:moveTo>
                <a:lnTo>
                  <a:pt x="1060667" y="13511"/>
                </a:lnTo>
                <a:lnTo>
                  <a:pt x="1060667" y="0"/>
                </a:lnTo>
                <a:lnTo>
                  <a:pt x="1105706" y="0"/>
                </a:lnTo>
                <a:lnTo>
                  <a:pt x="1105706" y="13511"/>
                </a:lnTo>
                <a:close/>
              </a:path>
              <a:path w="4716145" h="536575">
                <a:moveTo>
                  <a:pt x="1186776" y="13511"/>
                </a:moveTo>
                <a:lnTo>
                  <a:pt x="1141737" y="13511"/>
                </a:lnTo>
                <a:lnTo>
                  <a:pt x="1141737" y="0"/>
                </a:lnTo>
                <a:lnTo>
                  <a:pt x="1186776" y="0"/>
                </a:lnTo>
                <a:lnTo>
                  <a:pt x="1186776" y="13511"/>
                </a:lnTo>
                <a:close/>
              </a:path>
              <a:path w="4716145" h="536575">
                <a:moveTo>
                  <a:pt x="1267846" y="13511"/>
                </a:moveTo>
                <a:lnTo>
                  <a:pt x="1222807" y="13511"/>
                </a:lnTo>
                <a:lnTo>
                  <a:pt x="1222807" y="0"/>
                </a:lnTo>
                <a:lnTo>
                  <a:pt x="1267846" y="0"/>
                </a:lnTo>
                <a:lnTo>
                  <a:pt x="1267846" y="13511"/>
                </a:lnTo>
                <a:close/>
              </a:path>
              <a:path w="4716145" h="536575">
                <a:moveTo>
                  <a:pt x="1348916" y="13511"/>
                </a:moveTo>
                <a:lnTo>
                  <a:pt x="1303877" y="13511"/>
                </a:lnTo>
                <a:lnTo>
                  <a:pt x="1303877" y="0"/>
                </a:lnTo>
                <a:lnTo>
                  <a:pt x="1348916" y="0"/>
                </a:lnTo>
                <a:lnTo>
                  <a:pt x="1348916" y="13511"/>
                </a:lnTo>
                <a:close/>
              </a:path>
              <a:path w="4716145" h="536575">
                <a:moveTo>
                  <a:pt x="1429986" y="13511"/>
                </a:moveTo>
                <a:lnTo>
                  <a:pt x="1384947" y="13511"/>
                </a:lnTo>
                <a:lnTo>
                  <a:pt x="1384947" y="0"/>
                </a:lnTo>
                <a:lnTo>
                  <a:pt x="1429986" y="0"/>
                </a:lnTo>
                <a:lnTo>
                  <a:pt x="1429986" y="13511"/>
                </a:lnTo>
                <a:close/>
              </a:path>
              <a:path w="4716145" h="536575">
                <a:moveTo>
                  <a:pt x="1511056" y="13511"/>
                </a:moveTo>
                <a:lnTo>
                  <a:pt x="1466017" y="13511"/>
                </a:lnTo>
                <a:lnTo>
                  <a:pt x="1466017" y="0"/>
                </a:lnTo>
                <a:lnTo>
                  <a:pt x="1511056" y="0"/>
                </a:lnTo>
                <a:lnTo>
                  <a:pt x="1511056" y="13511"/>
                </a:lnTo>
                <a:close/>
              </a:path>
              <a:path w="4716145" h="536575">
                <a:moveTo>
                  <a:pt x="1592126" y="13511"/>
                </a:moveTo>
                <a:lnTo>
                  <a:pt x="1547087" y="13511"/>
                </a:lnTo>
                <a:lnTo>
                  <a:pt x="1547087" y="0"/>
                </a:lnTo>
                <a:lnTo>
                  <a:pt x="1592126" y="0"/>
                </a:lnTo>
                <a:lnTo>
                  <a:pt x="1592126" y="13511"/>
                </a:lnTo>
                <a:close/>
              </a:path>
              <a:path w="4716145" h="536575">
                <a:moveTo>
                  <a:pt x="1673196" y="13511"/>
                </a:moveTo>
                <a:lnTo>
                  <a:pt x="1628157" y="13511"/>
                </a:lnTo>
                <a:lnTo>
                  <a:pt x="1628157" y="0"/>
                </a:lnTo>
                <a:lnTo>
                  <a:pt x="1673196" y="0"/>
                </a:lnTo>
                <a:lnTo>
                  <a:pt x="1673196" y="13511"/>
                </a:lnTo>
                <a:close/>
              </a:path>
              <a:path w="4716145" h="536575">
                <a:moveTo>
                  <a:pt x="1754266" y="13511"/>
                </a:moveTo>
                <a:lnTo>
                  <a:pt x="1709227" y="13511"/>
                </a:lnTo>
                <a:lnTo>
                  <a:pt x="1709227" y="0"/>
                </a:lnTo>
                <a:lnTo>
                  <a:pt x="1754266" y="0"/>
                </a:lnTo>
                <a:lnTo>
                  <a:pt x="1754266" y="13511"/>
                </a:lnTo>
                <a:close/>
              </a:path>
              <a:path w="4716145" h="536575">
                <a:moveTo>
                  <a:pt x="1835337" y="13511"/>
                </a:moveTo>
                <a:lnTo>
                  <a:pt x="1790298" y="13511"/>
                </a:lnTo>
                <a:lnTo>
                  <a:pt x="1790298" y="0"/>
                </a:lnTo>
                <a:lnTo>
                  <a:pt x="1835337" y="0"/>
                </a:lnTo>
                <a:lnTo>
                  <a:pt x="1835337" y="13511"/>
                </a:lnTo>
                <a:close/>
              </a:path>
              <a:path w="4716145" h="536575">
                <a:moveTo>
                  <a:pt x="1916407" y="13511"/>
                </a:moveTo>
                <a:lnTo>
                  <a:pt x="1871368" y="13511"/>
                </a:lnTo>
                <a:lnTo>
                  <a:pt x="1871368" y="0"/>
                </a:lnTo>
                <a:lnTo>
                  <a:pt x="1916407" y="0"/>
                </a:lnTo>
                <a:lnTo>
                  <a:pt x="1916407" y="13511"/>
                </a:lnTo>
                <a:close/>
              </a:path>
              <a:path w="4716145" h="536575">
                <a:moveTo>
                  <a:pt x="1997477" y="13511"/>
                </a:moveTo>
                <a:lnTo>
                  <a:pt x="1952438" y="13511"/>
                </a:lnTo>
                <a:lnTo>
                  <a:pt x="1952438" y="0"/>
                </a:lnTo>
                <a:lnTo>
                  <a:pt x="1997477" y="0"/>
                </a:lnTo>
                <a:lnTo>
                  <a:pt x="1997477" y="13511"/>
                </a:lnTo>
                <a:close/>
              </a:path>
              <a:path w="4716145" h="536575">
                <a:moveTo>
                  <a:pt x="2078547" y="13511"/>
                </a:moveTo>
                <a:lnTo>
                  <a:pt x="2033508" y="13511"/>
                </a:lnTo>
                <a:lnTo>
                  <a:pt x="2033508" y="0"/>
                </a:lnTo>
                <a:lnTo>
                  <a:pt x="2078547" y="0"/>
                </a:lnTo>
                <a:lnTo>
                  <a:pt x="2078547" y="13511"/>
                </a:lnTo>
                <a:close/>
              </a:path>
              <a:path w="4716145" h="536575">
                <a:moveTo>
                  <a:pt x="2159617" y="13511"/>
                </a:moveTo>
                <a:lnTo>
                  <a:pt x="2114578" y="13511"/>
                </a:lnTo>
                <a:lnTo>
                  <a:pt x="2114578" y="0"/>
                </a:lnTo>
                <a:lnTo>
                  <a:pt x="2159617" y="0"/>
                </a:lnTo>
                <a:lnTo>
                  <a:pt x="2159617" y="13511"/>
                </a:lnTo>
                <a:close/>
              </a:path>
              <a:path w="4716145" h="536575">
                <a:moveTo>
                  <a:pt x="2240687" y="13511"/>
                </a:moveTo>
                <a:lnTo>
                  <a:pt x="2195648" y="13511"/>
                </a:lnTo>
                <a:lnTo>
                  <a:pt x="2195648" y="0"/>
                </a:lnTo>
                <a:lnTo>
                  <a:pt x="2240687" y="0"/>
                </a:lnTo>
                <a:lnTo>
                  <a:pt x="2240687" y="13511"/>
                </a:lnTo>
                <a:close/>
              </a:path>
              <a:path w="4716145" h="536575">
                <a:moveTo>
                  <a:pt x="2321757" y="13511"/>
                </a:moveTo>
                <a:lnTo>
                  <a:pt x="2276718" y="13511"/>
                </a:lnTo>
                <a:lnTo>
                  <a:pt x="2276718" y="0"/>
                </a:lnTo>
                <a:lnTo>
                  <a:pt x="2321757" y="0"/>
                </a:lnTo>
                <a:lnTo>
                  <a:pt x="2321757" y="13511"/>
                </a:lnTo>
                <a:close/>
              </a:path>
              <a:path w="4716145" h="536575">
                <a:moveTo>
                  <a:pt x="2402827" y="13511"/>
                </a:moveTo>
                <a:lnTo>
                  <a:pt x="2357788" y="13511"/>
                </a:lnTo>
                <a:lnTo>
                  <a:pt x="2357788" y="0"/>
                </a:lnTo>
                <a:lnTo>
                  <a:pt x="2402827" y="0"/>
                </a:lnTo>
                <a:lnTo>
                  <a:pt x="2402827" y="13511"/>
                </a:lnTo>
                <a:close/>
              </a:path>
              <a:path w="4716145" h="536575">
                <a:moveTo>
                  <a:pt x="2483897" y="13511"/>
                </a:moveTo>
                <a:lnTo>
                  <a:pt x="2438858" y="13511"/>
                </a:lnTo>
                <a:lnTo>
                  <a:pt x="2438858" y="0"/>
                </a:lnTo>
                <a:lnTo>
                  <a:pt x="2483897" y="0"/>
                </a:lnTo>
                <a:lnTo>
                  <a:pt x="2483897" y="13511"/>
                </a:lnTo>
                <a:close/>
              </a:path>
              <a:path w="4716145" h="536575">
                <a:moveTo>
                  <a:pt x="2564967" y="13511"/>
                </a:moveTo>
                <a:lnTo>
                  <a:pt x="2519929" y="13511"/>
                </a:lnTo>
                <a:lnTo>
                  <a:pt x="2519929" y="0"/>
                </a:lnTo>
                <a:lnTo>
                  <a:pt x="2564967" y="0"/>
                </a:lnTo>
                <a:lnTo>
                  <a:pt x="2564967" y="13511"/>
                </a:lnTo>
                <a:close/>
              </a:path>
              <a:path w="4716145" h="536575">
                <a:moveTo>
                  <a:pt x="2646038" y="13511"/>
                </a:moveTo>
                <a:lnTo>
                  <a:pt x="2600999" y="13511"/>
                </a:lnTo>
                <a:lnTo>
                  <a:pt x="2600999" y="0"/>
                </a:lnTo>
                <a:lnTo>
                  <a:pt x="2646038" y="0"/>
                </a:lnTo>
                <a:lnTo>
                  <a:pt x="2646038" y="13511"/>
                </a:lnTo>
                <a:close/>
              </a:path>
              <a:path w="4716145" h="536575">
                <a:moveTo>
                  <a:pt x="2727108" y="13511"/>
                </a:moveTo>
                <a:lnTo>
                  <a:pt x="2682069" y="13511"/>
                </a:lnTo>
                <a:lnTo>
                  <a:pt x="2682069" y="0"/>
                </a:lnTo>
                <a:lnTo>
                  <a:pt x="2727108" y="0"/>
                </a:lnTo>
                <a:lnTo>
                  <a:pt x="2727108" y="13511"/>
                </a:lnTo>
                <a:close/>
              </a:path>
              <a:path w="4716145" h="536575">
                <a:moveTo>
                  <a:pt x="2808178" y="13511"/>
                </a:moveTo>
                <a:lnTo>
                  <a:pt x="2763139" y="13511"/>
                </a:lnTo>
                <a:lnTo>
                  <a:pt x="2763139" y="0"/>
                </a:lnTo>
                <a:lnTo>
                  <a:pt x="2808178" y="0"/>
                </a:lnTo>
                <a:lnTo>
                  <a:pt x="2808178" y="13511"/>
                </a:lnTo>
                <a:close/>
              </a:path>
              <a:path w="4716145" h="536575">
                <a:moveTo>
                  <a:pt x="2889248" y="13511"/>
                </a:moveTo>
                <a:lnTo>
                  <a:pt x="2844209" y="13511"/>
                </a:lnTo>
                <a:lnTo>
                  <a:pt x="2844209" y="0"/>
                </a:lnTo>
                <a:lnTo>
                  <a:pt x="2889248" y="0"/>
                </a:lnTo>
                <a:lnTo>
                  <a:pt x="2889248" y="13511"/>
                </a:lnTo>
                <a:close/>
              </a:path>
              <a:path w="4716145" h="536575">
                <a:moveTo>
                  <a:pt x="2970318" y="13511"/>
                </a:moveTo>
                <a:lnTo>
                  <a:pt x="2925279" y="13511"/>
                </a:lnTo>
                <a:lnTo>
                  <a:pt x="2925279" y="0"/>
                </a:lnTo>
                <a:lnTo>
                  <a:pt x="2970318" y="0"/>
                </a:lnTo>
                <a:lnTo>
                  <a:pt x="2970318" y="13511"/>
                </a:lnTo>
                <a:close/>
              </a:path>
              <a:path w="4716145" h="536575">
                <a:moveTo>
                  <a:pt x="3051388" y="13511"/>
                </a:moveTo>
                <a:lnTo>
                  <a:pt x="3006349" y="13511"/>
                </a:lnTo>
                <a:lnTo>
                  <a:pt x="3006349" y="0"/>
                </a:lnTo>
                <a:lnTo>
                  <a:pt x="3051388" y="0"/>
                </a:lnTo>
                <a:lnTo>
                  <a:pt x="3051388" y="13511"/>
                </a:lnTo>
                <a:close/>
              </a:path>
              <a:path w="4716145" h="536575">
                <a:moveTo>
                  <a:pt x="3132458" y="13511"/>
                </a:moveTo>
                <a:lnTo>
                  <a:pt x="3087419" y="13511"/>
                </a:lnTo>
                <a:lnTo>
                  <a:pt x="3087419" y="0"/>
                </a:lnTo>
                <a:lnTo>
                  <a:pt x="3132458" y="0"/>
                </a:lnTo>
                <a:lnTo>
                  <a:pt x="3132458" y="13511"/>
                </a:lnTo>
                <a:close/>
              </a:path>
              <a:path w="4716145" h="536575">
                <a:moveTo>
                  <a:pt x="3213528" y="13511"/>
                </a:moveTo>
                <a:lnTo>
                  <a:pt x="3168489" y="13511"/>
                </a:lnTo>
                <a:lnTo>
                  <a:pt x="3168489" y="0"/>
                </a:lnTo>
                <a:lnTo>
                  <a:pt x="3213528" y="0"/>
                </a:lnTo>
                <a:lnTo>
                  <a:pt x="3213528" y="13511"/>
                </a:lnTo>
                <a:close/>
              </a:path>
              <a:path w="4716145" h="536575">
                <a:moveTo>
                  <a:pt x="3294598" y="13511"/>
                </a:moveTo>
                <a:lnTo>
                  <a:pt x="3249559" y="13511"/>
                </a:lnTo>
                <a:lnTo>
                  <a:pt x="3249559" y="0"/>
                </a:lnTo>
                <a:lnTo>
                  <a:pt x="3294598" y="0"/>
                </a:lnTo>
                <a:lnTo>
                  <a:pt x="3294598" y="13511"/>
                </a:lnTo>
                <a:close/>
              </a:path>
              <a:path w="4716145" h="536575">
                <a:moveTo>
                  <a:pt x="3375668" y="13511"/>
                </a:moveTo>
                <a:lnTo>
                  <a:pt x="3330630" y="13511"/>
                </a:lnTo>
                <a:lnTo>
                  <a:pt x="3330630" y="0"/>
                </a:lnTo>
                <a:lnTo>
                  <a:pt x="3375668" y="0"/>
                </a:lnTo>
                <a:lnTo>
                  <a:pt x="3375668" y="13511"/>
                </a:lnTo>
                <a:close/>
              </a:path>
              <a:path w="4716145" h="536575">
                <a:moveTo>
                  <a:pt x="3456739" y="13511"/>
                </a:moveTo>
                <a:lnTo>
                  <a:pt x="3411700" y="13511"/>
                </a:lnTo>
                <a:lnTo>
                  <a:pt x="3411700" y="0"/>
                </a:lnTo>
                <a:lnTo>
                  <a:pt x="3456739" y="0"/>
                </a:lnTo>
                <a:lnTo>
                  <a:pt x="3456739" y="13511"/>
                </a:lnTo>
                <a:close/>
              </a:path>
              <a:path w="4716145" h="536575">
                <a:moveTo>
                  <a:pt x="3537809" y="13511"/>
                </a:moveTo>
                <a:lnTo>
                  <a:pt x="3492770" y="13511"/>
                </a:lnTo>
                <a:lnTo>
                  <a:pt x="3492770" y="0"/>
                </a:lnTo>
                <a:lnTo>
                  <a:pt x="3537809" y="0"/>
                </a:lnTo>
                <a:lnTo>
                  <a:pt x="3537809" y="13511"/>
                </a:lnTo>
                <a:close/>
              </a:path>
              <a:path w="4716145" h="536575">
                <a:moveTo>
                  <a:pt x="3618879" y="13511"/>
                </a:moveTo>
                <a:lnTo>
                  <a:pt x="3573840" y="13511"/>
                </a:lnTo>
                <a:lnTo>
                  <a:pt x="3573840" y="0"/>
                </a:lnTo>
                <a:lnTo>
                  <a:pt x="3618879" y="0"/>
                </a:lnTo>
                <a:lnTo>
                  <a:pt x="3618879" y="13511"/>
                </a:lnTo>
                <a:close/>
              </a:path>
              <a:path w="4716145" h="536575">
                <a:moveTo>
                  <a:pt x="3699949" y="13511"/>
                </a:moveTo>
                <a:lnTo>
                  <a:pt x="3654910" y="13511"/>
                </a:lnTo>
                <a:lnTo>
                  <a:pt x="3654910" y="0"/>
                </a:lnTo>
                <a:lnTo>
                  <a:pt x="3699949" y="0"/>
                </a:lnTo>
                <a:lnTo>
                  <a:pt x="3699949" y="13511"/>
                </a:lnTo>
                <a:close/>
              </a:path>
              <a:path w="4716145" h="536575">
                <a:moveTo>
                  <a:pt x="3781019" y="13511"/>
                </a:moveTo>
                <a:lnTo>
                  <a:pt x="3735980" y="13511"/>
                </a:lnTo>
                <a:lnTo>
                  <a:pt x="3735980" y="0"/>
                </a:lnTo>
                <a:lnTo>
                  <a:pt x="3781019" y="0"/>
                </a:lnTo>
                <a:lnTo>
                  <a:pt x="3781019" y="13511"/>
                </a:lnTo>
                <a:close/>
              </a:path>
              <a:path w="4716145" h="536575">
                <a:moveTo>
                  <a:pt x="3862089" y="13511"/>
                </a:moveTo>
                <a:lnTo>
                  <a:pt x="3817050" y="13511"/>
                </a:lnTo>
                <a:lnTo>
                  <a:pt x="3817050" y="0"/>
                </a:lnTo>
                <a:lnTo>
                  <a:pt x="3862089" y="0"/>
                </a:lnTo>
                <a:lnTo>
                  <a:pt x="3862089" y="13511"/>
                </a:lnTo>
                <a:close/>
              </a:path>
              <a:path w="4716145" h="536575">
                <a:moveTo>
                  <a:pt x="3943159" y="13511"/>
                </a:moveTo>
                <a:lnTo>
                  <a:pt x="3898120" y="13511"/>
                </a:lnTo>
                <a:lnTo>
                  <a:pt x="3898120" y="0"/>
                </a:lnTo>
                <a:lnTo>
                  <a:pt x="3943159" y="0"/>
                </a:lnTo>
                <a:lnTo>
                  <a:pt x="3943159" y="13511"/>
                </a:lnTo>
                <a:close/>
              </a:path>
              <a:path w="4716145" h="536575">
                <a:moveTo>
                  <a:pt x="4024229" y="13511"/>
                </a:moveTo>
                <a:lnTo>
                  <a:pt x="3979190" y="13511"/>
                </a:lnTo>
                <a:lnTo>
                  <a:pt x="3979190" y="0"/>
                </a:lnTo>
                <a:lnTo>
                  <a:pt x="4024229" y="0"/>
                </a:lnTo>
                <a:lnTo>
                  <a:pt x="4024229" y="13511"/>
                </a:lnTo>
                <a:close/>
              </a:path>
              <a:path w="4716145" h="536575">
                <a:moveTo>
                  <a:pt x="4105299" y="13511"/>
                </a:moveTo>
                <a:lnTo>
                  <a:pt x="4060260" y="13511"/>
                </a:lnTo>
                <a:lnTo>
                  <a:pt x="4060260" y="0"/>
                </a:lnTo>
                <a:lnTo>
                  <a:pt x="4105299" y="0"/>
                </a:lnTo>
                <a:lnTo>
                  <a:pt x="4105299" y="13511"/>
                </a:lnTo>
                <a:close/>
              </a:path>
              <a:path w="4716145" h="536575">
                <a:moveTo>
                  <a:pt x="4186369" y="13511"/>
                </a:moveTo>
                <a:lnTo>
                  <a:pt x="4141331" y="13511"/>
                </a:lnTo>
                <a:lnTo>
                  <a:pt x="4141331" y="0"/>
                </a:lnTo>
                <a:lnTo>
                  <a:pt x="4186369" y="0"/>
                </a:lnTo>
                <a:lnTo>
                  <a:pt x="4186369" y="13511"/>
                </a:lnTo>
                <a:close/>
              </a:path>
              <a:path w="4716145" h="536575">
                <a:moveTo>
                  <a:pt x="4267440" y="13511"/>
                </a:moveTo>
                <a:lnTo>
                  <a:pt x="4222401" y="13511"/>
                </a:lnTo>
                <a:lnTo>
                  <a:pt x="4222401" y="0"/>
                </a:lnTo>
                <a:lnTo>
                  <a:pt x="4267440" y="0"/>
                </a:lnTo>
                <a:lnTo>
                  <a:pt x="4267440" y="13511"/>
                </a:lnTo>
                <a:close/>
              </a:path>
              <a:path w="4716145" h="536575">
                <a:moveTo>
                  <a:pt x="4348510" y="13511"/>
                </a:moveTo>
                <a:lnTo>
                  <a:pt x="4303471" y="13511"/>
                </a:lnTo>
                <a:lnTo>
                  <a:pt x="4303471" y="0"/>
                </a:lnTo>
                <a:lnTo>
                  <a:pt x="4348510" y="0"/>
                </a:lnTo>
                <a:lnTo>
                  <a:pt x="4348510" y="13511"/>
                </a:lnTo>
                <a:close/>
              </a:path>
              <a:path w="4716145" h="536575">
                <a:moveTo>
                  <a:pt x="4429580" y="13511"/>
                </a:moveTo>
                <a:lnTo>
                  <a:pt x="4384541" y="13511"/>
                </a:lnTo>
                <a:lnTo>
                  <a:pt x="4384541" y="0"/>
                </a:lnTo>
                <a:lnTo>
                  <a:pt x="4429580" y="0"/>
                </a:lnTo>
                <a:lnTo>
                  <a:pt x="4429580" y="13511"/>
                </a:lnTo>
                <a:close/>
              </a:path>
              <a:path w="4716145" h="536575">
                <a:moveTo>
                  <a:pt x="4510650" y="13511"/>
                </a:moveTo>
                <a:lnTo>
                  <a:pt x="4465611" y="13511"/>
                </a:lnTo>
                <a:lnTo>
                  <a:pt x="4465611" y="0"/>
                </a:lnTo>
                <a:lnTo>
                  <a:pt x="4510650" y="0"/>
                </a:lnTo>
                <a:lnTo>
                  <a:pt x="4510650" y="13511"/>
                </a:lnTo>
                <a:close/>
              </a:path>
              <a:path w="4716145" h="536575">
                <a:moveTo>
                  <a:pt x="4591720" y="13511"/>
                </a:moveTo>
                <a:lnTo>
                  <a:pt x="4546681" y="13511"/>
                </a:lnTo>
                <a:lnTo>
                  <a:pt x="4546681" y="0"/>
                </a:lnTo>
                <a:lnTo>
                  <a:pt x="4591720" y="0"/>
                </a:lnTo>
                <a:lnTo>
                  <a:pt x="4591720" y="13511"/>
                </a:lnTo>
                <a:close/>
              </a:path>
              <a:path w="4716145" h="536575">
                <a:moveTo>
                  <a:pt x="4672790" y="13511"/>
                </a:moveTo>
                <a:lnTo>
                  <a:pt x="4627751" y="13511"/>
                </a:lnTo>
                <a:lnTo>
                  <a:pt x="4627751" y="0"/>
                </a:lnTo>
                <a:lnTo>
                  <a:pt x="4672790" y="0"/>
                </a:lnTo>
                <a:lnTo>
                  <a:pt x="4672790" y="13511"/>
                </a:lnTo>
                <a:close/>
              </a:path>
              <a:path w="4716145" h="536575">
                <a:moveTo>
                  <a:pt x="4715577" y="51794"/>
                </a:moveTo>
                <a:lnTo>
                  <a:pt x="4702065" y="51794"/>
                </a:lnTo>
                <a:lnTo>
                  <a:pt x="4702065" y="6755"/>
                </a:lnTo>
                <a:lnTo>
                  <a:pt x="4715577" y="6755"/>
                </a:lnTo>
                <a:lnTo>
                  <a:pt x="4715577" y="51794"/>
                </a:lnTo>
                <a:close/>
              </a:path>
              <a:path w="4716145" h="536575">
                <a:moveTo>
                  <a:pt x="4715577" y="132864"/>
                </a:moveTo>
                <a:lnTo>
                  <a:pt x="4702065" y="132864"/>
                </a:lnTo>
                <a:lnTo>
                  <a:pt x="4702065" y="87825"/>
                </a:lnTo>
                <a:lnTo>
                  <a:pt x="4715577" y="87825"/>
                </a:lnTo>
                <a:lnTo>
                  <a:pt x="4715577" y="132864"/>
                </a:lnTo>
                <a:close/>
              </a:path>
              <a:path w="4716145" h="536575">
                <a:moveTo>
                  <a:pt x="4715577" y="213934"/>
                </a:moveTo>
                <a:lnTo>
                  <a:pt x="4702065" y="213934"/>
                </a:lnTo>
                <a:lnTo>
                  <a:pt x="4702065" y="168896"/>
                </a:lnTo>
                <a:lnTo>
                  <a:pt x="4715577" y="168896"/>
                </a:lnTo>
                <a:lnTo>
                  <a:pt x="4715577" y="213934"/>
                </a:lnTo>
                <a:close/>
              </a:path>
              <a:path w="4716145" h="536575">
                <a:moveTo>
                  <a:pt x="4715577" y="295005"/>
                </a:moveTo>
                <a:lnTo>
                  <a:pt x="4702065" y="295005"/>
                </a:lnTo>
                <a:lnTo>
                  <a:pt x="4702065" y="249966"/>
                </a:lnTo>
                <a:lnTo>
                  <a:pt x="4715577" y="249966"/>
                </a:lnTo>
                <a:lnTo>
                  <a:pt x="4715577" y="295005"/>
                </a:lnTo>
                <a:close/>
              </a:path>
              <a:path w="4716145" h="536575">
                <a:moveTo>
                  <a:pt x="4715577" y="376075"/>
                </a:moveTo>
                <a:lnTo>
                  <a:pt x="4702065" y="376075"/>
                </a:lnTo>
                <a:lnTo>
                  <a:pt x="4702065" y="331036"/>
                </a:lnTo>
                <a:lnTo>
                  <a:pt x="4715577" y="331036"/>
                </a:lnTo>
                <a:lnTo>
                  <a:pt x="4715577" y="376075"/>
                </a:lnTo>
                <a:close/>
              </a:path>
              <a:path w="4716145" h="536575">
                <a:moveTo>
                  <a:pt x="4715577" y="457145"/>
                </a:moveTo>
                <a:lnTo>
                  <a:pt x="4702065" y="457145"/>
                </a:lnTo>
                <a:lnTo>
                  <a:pt x="4702065" y="412106"/>
                </a:lnTo>
                <a:lnTo>
                  <a:pt x="4715577" y="412106"/>
                </a:lnTo>
                <a:lnTo>
                  <a:pt x="4715577" y="457145"/>
                </a:lnTo>
                <a:close/>
              </a:path>
              <a:path w="4716145" h="536575">
                <a:moveTo>
                  <a:pt x="4708821" y="529207"/>
                </a:moveTo>
                <a:lnTo>
                  <a:pt x="4702065" y="529207"/>
                </a:lnTo>
                <a:lnTo>
                  <a:pt x="4702065" y="493176"/>
                </a:lnTo>
                <a:lnTo>
                  <a:pt x="4715577" y="493176"/>
                </a:lnTo>
                <a:lnTo>
                  <a:pt x="4715577" y="522451"/>
                </a:lnTo>
                <a:lnTo>
                  <a:pt x="4708821" y="522451"/>
                </a:lnTo>
                <a:lnTo>
                  <a:pt x="4708821" y="529207"/>
                </a:lnTo>
                <a:close/>
              </a:path>
              <a:path w="4716145" h="536575">
                <a:moveTo>
                  <a:pt x="4715577" y="535963"/>
                </a:moveTo>
                <a:lnTo>
                  <a:pt x="4699813" y="535963"/>
                </a:lnTo>
                <a:lnTo>
                  <a:pt x="4699813" y="522451"/>
                </a:lnTo>
                <a:lnTo>
                  <a:pt x="4702065" y="522451"/>
                </a:lnTo>
                <a:lnTo>
                  <a:pt x="4702065" y="529207"/>
                </a:lnTo>
                <a:lnTo>
                  <a:pt x="4715577" y="529207"/>
                </a:lnTo>
                <a:lnTo>
                  <a:pt x="4715577" y="535963"/>
                </a:lnTo>
                <a:close/>
              </a:path>
              <a:path w="4716145" h="536575">
                <a:moveTo>
                  <a:pt x="4715577" y="529207"/>
                </a:moveTo>
                <a:lnTo>
                  <a:pt x="4708821" y="529207"/>
                </a:lnTo>
                <a:lnTo>
                  <a:pt x="4708821" y="522451"/>
                </a:lnTo>
                <a:lnTo>
                  <a:pt x="4715577" y="522451"/>
                </a:lnTo>
                <a:lnTo>
                  <a:pt x="4715577" y="529207"/>
                </a:lnTo>
                <a:close/>
              </a:path>
              <a:path w="4716145" h="536575">
                <a:moveTo>
                  <a:pt x="4663782" y="535963"/>
                </a:moveTo>
                <a:lnTo>
                  <a:pt x="4618743" y="535963"/>
                </a:lnTo>
                <a:lnTo>
                  <a:pt x="4618743" y="522451"/>
                </a:lnTo>
                <a:lnTo>
                  <a:pt x="4663782" y="522451"/>
                </a:lnTo>
                <a:lnTo>
                  <a:pt x="4663782" y="535963"/>
                </a:lnTo>
                <a:close/>
              </a:path>
              <a:path w="4716145" h="536575">
                <a:moveTo>
                  <a:pt x="4582712" y="535963"/>
                </a:moveTo>
                <a:lnTo>
                  <a:pt x="4537673" y="535963"/>
                </a:lnTo>
                <a:lnTo>
                  <a:pt x="4537673" y="522451"/>
                </a:lnTo>
                <a:lnTo>
                  <a:pt x="4582712" y="522451"/>
                </a:lnTo>
                <a:lnTo>
                  <a:pt x="4582712" y="535963"/>
                </a:lnTo>
                <a:close/>
              </a:path>
              <a:path w="4716145" h="536575">
                <a:moveTo>
                  <a:pt x="4501642" y="535963"/>
                </a:moveTo>
                <a:lnTo>
                  <a:pt x="4456603" y="535963"/>
                </a:lnTo>
                <a:lnTo>
                  <a:pt x="4456603" y="522451"/>
                </a:lnTo>
                <a:lnTo>
                  <a:pt x="4501642" y="522451"/>
                </a:lnTo>
                <a:lnTo>
                  <a:pt x="4501642" y="535963"/>
                </a:lnTo>
                <a:close/>
              </a:path>
              <a:path w="4716145" h="536575">
                <a:moveTo>
                  <a:pt x="4420572" y="535963"/>
                </a:moveTo>
                <a:lnTo>
                  <a:pt x="4375533" y="535963"/>
                </a:lnTo>
                <a:lnTo>
                  <a:pt x="4375533" y="522451"/>
                </a:lnTo>
                <a:lnTo>
                  <a:pt x="4420572" y="522451"/>
                </a:lnTo>
                <a:lnTo>
                  <a:pt x="4420572" y="535963"/>
                </a:lnTo>
                <a:close/>
              </a:path>
              <a:path w="4716145" h="536575">
                <a:moveTo>
                  <a:pt x="4339502" y="535963"/>
                </a:moveTo>
                <a:lnTo>
                  <a:pt x="4294463" y="535963"/>
                </a:lnTo>
                <a:lnTo>
                  <a:pt x="4294463" y="522451"/>
                </a:lnTo>
                <a:lnTo>
                  <a:pt x="4339502" y="522451"/>
                </a:lnTo>
                <a:lnTo>
                  <a:pt x="4339502" y="535963"/>
                </a:lnTo>
                <a:close/>
              </a:path>
              <a:path w="4716145" h="536575">
                <a:moveTo>
                  <a:pt x="4258432" y="535963"/>
                </a:moveTo>
                <a:lnTo>
                  <a:pt x="4213393" y="535963"/>
                </a:lnTo>
                <a:lnTo>
                  <a:pt x="4213393" y="522451"/>
                </a:lnTo>
                <a:lnTo>
                  <a:pt x="4258432" y="522451"/>
                </a:lnTo>
                <a:lnTo>
                  <a:pt x="4258432" y="535963"/>
                </a:lnTo>
                <a:close/>
              </a:path>
              <a:path w="4716145" h="536575">
                <a:moveTo>
                  <a:pt x="4177362" y="535963"/>
                </a:moveTo>
                <a:lnTo>
                  <a:pt x="4132323" y="535963"/>
                </a:lnTo>
                <a:lnTo>
                  <a:pt x="4132323" y="522451"/>
                </a:lnTo>
                <a:lnTo>
                  <a:pt x="4177362" y="522451"/>
                </a:lnTo>
                <a:lnTo>
                  <a:pt x="4177362" y="535963"/>
                </a:lnTo>
                <a:close/>
              </a:path>
              <a:path w="4716145" h="536575">
                <a:moveTo>
                  <a:pt x="4096292" y="535963"/>
                </a:moveTo>
                <a:lnTo>
                  <a:pt x="4051253" y="535963"/>
                </a:lnTo>
                <a:lnTo>
                  <a:pt x="4051253" y="522451"/>
                </a:lnTo>
                <a:lnTo>
                  <a:pt x="4096292" y="522451"/>
                </a:lnTo>
                <a:lnTo>
                  <a:pt x="4096292" y="535963"/>
                </a:lnTo>
                <a:close/>
              </a:path>
              <a:path w="4716145" h="536575">
                <a:moveTo>
                  <a:pt x="4015222" y="535963"/>
                </a:moveTo>
                <a:lnTo>
                  <a:pt x="3970183" y="535963"/>
                </a:lnTo>
                <a:lnTo>
                  <a:pt x="3970183" y="522451"/>
                </a:lnTo>
                <a:lnTo>
                  <a:pt x="4015222" y="522451"/>
                </a:lnTo>
                <a:lnTo>
                  <a:pt x="4015222" y="535963"/>
                </a:lnTo>
                <a:close/>
              </a:path>
              <a:path w="4716145" h="536575">
                <a:moveTo>
                  <a:pt x="3934151" y="535963"/>
                </a:moveTo>
                <a:lnTo>
                  <a:pt x="3889112" y="535963"/>
                </a:lnTo>
                <a:lnTo>
                  <a:pt x="3889112" y="522451"/>
                </a:lnTo>
                <a:lnTo>
                  <a:pt x="3934151" y="522451"/>
                </a:lnTo>
                <a:lnTo>
                  <a:pt x="3934151" y="535963"/>
                </a:lnTo>
                <a:close/>
              </a:path>
              <a:path w="4716145" h="536575">
                <a:moveTo>
                  <a:pt x="3853081" y="535963"/>
                </a:moveTo>
                <a:lnTo>
                  <a:pt x="3808042" y="535963"/>
                </a:lnTo>
                <a:lnTo>
                  <a:pt x="3808042" y="522451"/>
                </a:lnTo>
                <a:lnTo>
                  <a:pt x="3853081" y="522451"/>
                </a:lnTo>
                <a:lnTo>
                  <a:pt x="3853081" y="535963"/>
                </a:lnTo>
                <a:close/>
              </a:path>
              <a:path w="4716145" h="536575">
                <a:moveTo>
                  <a:pt x="3772011" y="535963"/>
                </a:moveTo>
                <a:lnTo>
                  <a:pt x="3726972" y="535963"/>
                </a:lnTo>
                <a:lnTo>
                  <a:pt x="3726972" y="522451"/>
                </a:lnTo>
                <a:lnTo>
                  <a:pt x="3772011" y="522451"/>
                </a:lnTo>
                <a:lnTo>
                  <a:pt x="3772011" y="535963"/>
                </a:lnTo>
                <a:close/>
              </a:path>
              <a:path w="4716145" h="536575">
                <a:moveTo>
                  <a:pt x="3690941" y="535963"/>
                </a:moveTo>
                <a:lnTo>
                  <a:pt x="3645902" y="535963"/>
                </a:lnTo>
                <a:lnTo>
                  <a:pt x="3645902" y="522451"/>
                </a:lnTo>
                <a:lnTo>
                  <a:pt x="3690941" y="522451"/>
                </a:lnTo>
                <a:lnTo>
                  <a:pt x="3690941" y="535963"/>
                </a:lnTo>
                <a:close/>
              </a:path>
              <a:path w="4716145" h="536575">
                <a:moveTo>
                  <a:pt x="3609871" y="535963"/>
                </a:moveTo>
                <a:lnTo>
                  <a:pt x="3564832" y="535963"/>
                </a:lnTo>
                <a:lnTo>
                  <a:pt x="3564832" y="522451"/>
                </a:lnTo>
                <a:lnTo>
                  <a:pt x="3609871" y="522451"/>
                </a:lnTo>
                <a:lnTo>
                  <a:pt x="3609871" y="535963"/>
                </a:lnTo>
                <a:close/>
              </a:path>
              <a:path w="4716145" h="536575">
                <a:moveTo>
                  <a:pt x="3528801" y="535963"/>
                </a:moveTo>
                <a:lnTo>
                  <a:pt x="3483762" y="535963"/>
                </a:lnTo>
                <a:lnTo>
                  <a:pt x="3483762" y="522451"/>
                </a:lnTo>
                <a:lnTo>
                  <a:pt x="3528801" y="522451"/>
                </a:lnTo>
                <a:lnTo>
                  <a:pt x="3528801" y="535963"/>
                </a:lnTo>
                <a:close/>
              </a:path>
              <a:path w="4716145" h="536575">
                <a:moveTo>
                  <a:pt x="3447731" y="535963"/>
                </a:moveTo>
                <a:lnTo>
                  <a:pt x="3402692" y="535963"/>
                </a:lnTo>
                <a:lnTo>
                  <a:pt x="3402692" y="522451"/>
                </a:lnTo>
                <a:lnTo>
                  <a:pt x="3447731" y="522451"/>
                </a:lnTo>
                <a:lnTo>
                  <a:pt x="3447731" y="535963"/>
                </a:lnTo>
                <a:close/>
              </a:path>
              <a:path w="4716145" h="536575">
                <a:moveTo>
                  <a:pt x="3366661" y="535963"/>
                </a:moveTo>
                <a:lnTo>
                  <a:pt x="3321622" y="535963"/>
                </a:lnTo>
                <a:lnTo>
                  <a:pt x="3321622" y="522451"/>
                </a:lnTo>
                <a:lnTo>
                  <a:pt x="3366661" y="522451"/>
                </a:lnTo>
                <a:lnTo>
                  <a:pt x="3366661" y="535963"/>
                </a:lnTo>
                <a:close/>
              </a:path>
              <a:path w="4716145" h="536575">
                <a:moveTo>
                  <a:pt x="3285591" y="535963"/>
                </a:moveTo>
                <a:lnTo>
                  <a:pt x="3240552" y="535963"/>
                </a:lnTo>
                <a:lnTo>
                  <a:pt x="3240552" y="522451"/>
                </a:lnTo>
                <a:lnTo>
                  <a:pt x="3285591" y="522451"/>
                </a:lnTo>
                <a:lnTo>
                  <a:pt x="3285591" y="535963"/>
                </a:lnTo>
                <a:close/>
              </a:path>
              <a:path w="4716145" h="536575">
                <a:moveTo>
                  <a:pt x="3204520" y="535963"/>
                </a:moveTo>
                <a:lnTo>
                  <a:pt x="3159482" y="535963"/>
                </a:lnTo>
                <a:lnTo>
                  <a:pt x="3159482" y="522451"/>
                </a:lnTo>
                <a:lnTo>
                  <a:pt x="3204520" y="522451"/>
                </a:lnTo>
                <a:lnTo>
                  <a:pt x="3204520" y="535963"/>
                </a:lnTo>
                <a:close/>
              </a:path>
              <a:path w="4716145" h="536575">
                <a:moveTo>
                  <a:pt x="3123450" y="535963"/>
                </a:moveTo>
                <a:lnTo>
                  <a:pt x="3078411" y="535963"/>
                </a:lnTo>
                <a:lnTo>
                  <a:pt x="3078411" y="522451"/>
                </a:lnTo>
                <a:lnTo>
                  <a:pt x="3123450" y="522451"/>
                </a:lnTo>
                <a:lnTo>
                  <a:pt x="3123450" y="535963"/>
                </a:lnTo>
                <a:close/>
              </a:path>
              <a:path w="4716145" h="536575">
                <a:moveTo>
                  <a:pt x="3042380" y="535963"/>
                </a:moveTo>
                <a:lnTo>
                  <a:pt x="2997341" y="535963"/>
                </a:lnTo>
                <a:lnTo>
                  <a:pt x="2997341" y="522451"/>
                </a:lnTo>
                <a:lnTo>
                  <a:pt x="3042380" y="522451"/>
                </a:lnTo>
                <a:lnTo>
                  <a:pt x="3042380" y="535963"/>
                </a:lnTo>
                <a:close/>
              </a:path>
              <a:path w="4716145" h="536575">
                <a:moveTo>
                  <a:pt x="2961310" y="535963"/>
                </a:moveTo>
                <a:lnTo>
                  <a:pt x="2916271" y="535963"/>
                </a:lnTo>
                <a:lnTo>
                  <a:pt x="2916271" y="522451"/>
                </a:lnTo>
                <a:lnTo>
                  <a:pt x="2961310" y="522451"/>
                </a:lnTo>
                <a:lnTo>
                  <a:pt x="2961310" y="535963"/>
                </a:lnTo>
                <a:close/>
              </a:path>
              <a:path w="4716145" h="536575">
                <a:moveTo>
                  <a:pt x="2880240" y="535963"/>
                </a:moveTo>
                <a:lnTo>
                  <a:pt x="2835201" y="535963"/>
                </a:lnTo>
                <a:lnTo>
                  <a:pt x="2835201" y="522451"/>
                </a:lnTo>
                <a:lnTo>
                  <a:pt x="2880240" y="522451"/>
                </a:lnTo>
                <a:lnTo>
                  <a:pt x="2880240" y="535963"/>
                </a:lnTo>
                <a:close/>
              </a:path>
              <a:path w="4716145" h="536575">
                <a:moveTo>
                  <a:pt x="2799170" y="535963"/>
                </a:moveTo>
                <a:lnTo>
                  <a:pt x="2754131" y="535963"/>
                </a:lnTo>
                <a:lnTo>
                  <a:pt x="2754131" y="522451"/>
                </a:lnTo>
                <a:lnTo>
                  <a:pt x="2799170" y="522451"/>
                </a:lnTo>
                <a:lnTo>
                  <a:pt x="2799170" y="535963"/>
                </a:lnTo>
                <a:close/>
              </a:path>
              <a:path w="4716145" h="536575">
                <a:moveTo>
                  <a:pt x="2718100" y="535963"/>
                </a:moveTo>
                <a:lnTo>
                  <a:pt x="2673061" y="535963"/>
                </a:lnTo>
                <a:lnTo>
                  <a:pt x="2673061" y="522451"/>
                </a:lnTo>
                <a:lnTo>
                  <a:pt x="2718100" y="522451"/>
                </a:lnTo>
                <a:lnTo>
                  <a:pt x="2718100" y="535963"/>
                </a:lnTo>
                <a:close/>
              </a:path>
              <a:path w="4716145" h="536575">
                <a:moveTo>
                  <a:pt x="2637030" y="535963"/>
                </a:moveTo>
                <a:lnTo>
                  <a:pt x="2591991" y="535963"/>
                </a:lnTo>
                <a:lnTo>
                  <a:pt x="2591991" y="522451"/>
                </a:lnTo>
                <a:lnTo>
                  <a:pt x="2637030" y="522451"/>
                </a:lnTo>
                <a:lnTo>
                  <a:pt x="2637030" y="535963"/>
                </a:lnTo>
                <a:close/>
              </a:path>
              <a:path w="4716145" h="536575">
                <a:moveTo>
                  <a:pt x="2555960" y="535963"/>
                </a:moveTo>
                <a:lnTo>
                  <a:pt x="2510921" y="535963"/>
                </a:lnTo>
                <a:lnTo>
                  <a:pt x="2510921" y="522451"/>
                </a:lnTo>
                <a:lnTo>
                  <a:pt x="2555960" y="522451"/>
                </a:lnTo>
                <a:lnTo>
                  <a:pt x="2555960" y="535963"/>
                </a:lnTo>
                <a:close/>
              </a:path>
              <a:path w="4716145" h="536575">
                <a:moveTo>
                  <a:pt x="2474890" y="535963"/>
                </a:moveTo>
                <a:lnTo>
                  <a:pt x="2429851" y="535963"/>
                </a:lnTo>
                <a:lnTo>
                  <a:pt x="2429851" y="522451"/>
                </a:lnTo>
                <a:lnTo>
                  <a:pt x="2474890" y="522451"/>
                </a:lnTo>
                <a:lnTo>
                  <a:pt x="2474890" y="535963"/>
                </a:lnTo>
                <a:close/>
              </a:path>
              <a:path w="4716145" h="536575">
                <a:moveTo>
                  <a:pt x="2393819" y="535963"/>
                </a:moveTo>
                <a:lnTo>
                  <a:pt x="2348781" y="535963"/>
                </a:lnTo>
                <a:lnTo>
                  <a:pt x="2348781" y="522451"/>
                </a:lnTo>
                <a:lnTo>
                  <a:pt x="2393819" y="522451"/>
                </a:lnTo>
                <a:lnTo>
                  <a:pt x="2393819" y="535963"/>
                </a:lnTo>
                <a:close/>
              </a:path>
              <a:path w="4716145" h="536575">
                <a:moveTo>
                  <a:pt x="2312749" y="535963"/>
                </a:moveTo>
                <a:lnTo>
                  <a:pt x="2267710" y="535963"/>
                </a:lnTo>
                <a:lnTo>
                  <a:pt x="2267710" y="522451"/>
                </a:lnTo>
                <a:lnTo>
                  <a:pt x="2312749" y="522451"/>
                </a:lnTo>
                <a:lnTo>
                  <a:pt x="2312749" y="535963"/>
                </a:lnTo>
                <a:close/>
              </a:path>
              <a:path w="4716145" h="536575">
                <a:moveTo>
                  <a:pt x="2231679" y="535963"/>
                </a:moveTo>
                <a:lnTo>
                  <a:pt x="2186640" y="535963"/>
                </a:lnTo>
                <a:lnTo>
                  <a:pt x="2186640" y="522451"/>
                </a:lnTo>
                <a:lnTo>
                  <a:pt x="2231679" y="522451"/>
                </a:lnTo>
                <a:lnTo>
                  <a:pt x="2231679" y="535963"/>
                </a:lnTo>
                <a:close/>
              </a:path>
              <a:path w="4716145" h="536575">
                <a:moveTo>
                  <a:pt x="2150609" y="535963"/>
                </a:moveTo>
                <a:lnTo>
                  <a:pt x="2105570" y="535963"/>
                </a:lnTo>
                <a:lnTo>
                  <a:pt x="2105570" y="522451"/>
                </a:lnTo>
                <a:lnTo>
                  <a:pt x="2150609" y="522451"/>
                </a:lnTo>
                <a:lnTo>
                  <a:pt x="2150609" y="535963"/>
                </a:lnTo>
                <a:close/>
              </a:path>
              <a:path w="4716145" h="536575">
                <a:moveTo>
                  <a:pt x="2069539" y="535963"/>
                </a:moveTo>
                <a:lnTo>
                  <a:pt x="2024500" y="535963"/>
                </a:lnTo>
                <a:lnTo>
                  <a:pt x="2024500" y="522451"/>
                </a:lnTo>
                <a:lnTo>
                  <a:pt x="2069539" y="522451"/>
                </a:lnTo>
                <a:lnTo>
                  <a:pt x="2069539" y="535963"/>
                </a:lnTo>
                <a:close/>
              </a:path>
              <a:path w="4716145" h="536575">
                <a:moveTo>
                  <a:pt x="1988469" y="535963"/>
                </a:moveTo>
                <a:lnTo>
                  <a:pt x="1943430" y="535963"/>
                </a:lnTo>
                <a:lnTo>
                  <a:pt x="1943430" y="522451"/>
                </a:lnTo>
                <a:lnTo>
                  <a:pt x="1988469" y="522451"/>
                </a:lnTo>
                <a:lnTo>
                  <a:pt x="1988469" y="535963"/>
                </a:lnTo>
                <a:close/>
              </a:path>
              <a:path w="4716145" h="536575">
                <a:moveTo>
                  <a:pt x="1907399" y="535963"/>
                </a:moveTo>
                <a:lnTo>
                  <a:pt x="1862360" y="535963"/>
                </a:lnTo>
                <a:lnTo>
                  <a:pt x="1862360" y="522451"/>
                </a:lnTo>
                <a:lnTo>
                  <a:pt x="1907399" y="522451"/>
                </a:lnTo>
                <a:lnTo>
                  <a:pt x="1907399" y="535963"/>
                </a:lnTo>
                <a:close/>
              </a:path>
              <a:path w="4716145" h="536575">
                <a:moveTo>
                  <a:pt x="1826329" y="535963"/>
                </a:moveTo>
                <a:lnTo>
                  <a:pt x="1781290" y="535963"/>
                </a:lnTo>
                <a:lnTo>
                  <a:pt x="1781290" y="522451"/>
                </a:lnTo>
                <a:lnTo>
                  <a:pt x="1826329" y="522451"/>
                </a:lnTo>
                <a:lnTo>
                  <a:pt x="1826329" y="535963"/>
                </a:lnTo>
                <a:close/>
              </a:path>
              <a:path w="4716145" h="536575">
                <a:moveTo>
                  <a:pt x="1745259" y="535963"/>
                </a:moveTo>
                <a:lnTo>
                  <a:pt x="1700220" y="535963"/>
                </a:lnTo>
                <a:lnTo>
                  <a:pt x="1700220" y="522451"/>
                </a:lnTo>
                <a:lnTo>
                  <a:pt x="1745259" y="522451"/>
                </a:lnTo>
                <a:lnTo>
                  <a:pt x="1745259" y="535963"/>
                </a:lnTo>
                <a:close/>
              </a:path>
              <a:path w="4716145" h="536575">
                <a:moveTo>
                  <a:pt x="1664189" y="535963"/>
                </a:moveTo>
                <a:lnTo>
                  <a:pt x="1619150" y="535963"/>
                </a:lnTo>
                <a:lnTo>
                  <a:pt x="1619150" y="522451"/>
                </a:lnTo>
                <a:lnTo>
                  <a:pt x="1664189" y="522451"/>
                </a:lnTo>
                <a:lnTo>
                  <a:pt x="1664189" y="535963"/>
                </a:lnTo>
                <a:close/>
              </a:path>
              <a:path w="4716145" h="536575">
                <a:moveTo>
                  <a:pt x="1583118" y="535963"/>
                </a:moveTo>
                <a:lnTo>
                  <a:pt x="1538079" y="535963"/>
                </a:lnTo>
                <a:lnTo>
                  <a:pt x="1538079" y="522451"/>
                </a:lnTo>
                <a:lnTo>
                  <a:pt x="1583118" y="522451"/>
                </a:lnTo>
                <a:lnTo>
                  <a:pt x="1583118" y="535963"/>
                </a:lnTo>
                <a:close/>
              </a:path>
              <a:path w="4716145" h="536575">
                <a:moveTo>
                  <a:pt x="1502048" y="535963"/>
                </a:moveTo>
                <a:lnTo>
                  <a:pt x="1457009" y="535963"/>
                </a:lnTo>
                <a:lnTo>
                  <a:pt x="1457009" y="522451"/>
                </a:lnTo>
                <a:lnTo>
                  <a:pt x="1502048" y="522451"/>
                </a:lnTo>
                <a:lnTo>
                  <a:pt x="1502048" y="535963"/>
                </a:lnTo>
                <a:close/>
              </a:path>
              <a:path w="4716145" h="536575">
                <a:moveTo>
                  <a:pt x="1420978" y="535963"/>
                </a:moveTo>
                <a:lnTo>
                  <a:pt x="1375939" y="535963"/>
                </a:lnTo>
                <a:lnTo>
                  <a:pt x="1375939" y="522451"/>
                </a:lnTo>
                <a:lnTo>
                  <a:pt x="1420978" y="522451"/>
                </a:lnTo>
                <a:lnTo>
                  <a:pt x="1420978" y="535963"/>
                </a:lnTo>
                <a:close/>
              </a:path>
              <a:path w="4716145" h="536575">
                <a:moveTo>
                  <a:pt x="1339908" y="535963"/>
                </a:moveTo>
                <a:lnTo>
                  <a:pt x="1294869" y="535963"/>
                </a:lnTo>
                <a:lnTo>
                  <a:pt x="1294869" y="522451"/>
                </a:lnTo>
                <a:lnTo>
                  <a:pt x="1339908" y="522451"/>
                </a:lnTo>
                <a:lnTo>
                  <a:pt x="1339908" y="535963"/>
                </a:lnTo>
                <a:close/>
              </a:path>
              <a:path w="4716145" h="536575">
                <a:moveTo>
                  <a:pt x="1258838" y="535963"/>
                </a:moveTo>
                <a:lnTo>
                  <a:pt x="1213799" y="535963"/>
                </a:lnTo>
                <a:lnTo>
                  <a:pt x="1213799" y="522451"/>
                </a:lnTo>
                <a:lnTo>
                  <a:pt x="1258838" y="522451"/>
                </a:lnTo>
                <a:lnTo>
                  <a:pt x="1258838" y="535963"/>
                </a:lnTo>
                <a:close/>
              </a:path>
              <a:path w="4716145" h="536575">
                <a:moveTo>
                  <a:pt x="1177768" y="535963"/>
                </a:moveTo>
                <a:lnTo>
                  <a:pt x="1132729" y="535963"/>
                </a:lnTo>
                <a:lnTo>
                  <a:pt x="1132729" y="522451"/>
                </a:lnTo>
                <a:lnTo>
                  <a:pt x="1177768" y="522451"/>
                </a:lnTo>
                <a:lnTo>
                  <a:pt x="1177768" y="535963"/>
                </a:lnTo>
                <a:close/>
              </a:path>
              <a:path w="4716145" h="536575">
                <a:moveTo>
                  <a:pt x="1096698" y="535963"/>
                </a:moveTo>
                <a:lnTo>
                  <a:pt x="1051659" y="535963"/>
                </a:lnTo>
                <a:lnTo>
                  <a:pt x="1051659" y="522451"/>
                </a:lnTo>
                <a:lnTo>
                  <a:pt x="1096698" y="522451"/>
                </a:lnTo>
                <a:lnTo>
                  <a:pt x="1096698" y="535963"/>
                </a:lnTo>
                <a:close/>
              </a:path>
              <a:path w="4716145" h="536575">
                <a:moveTo>
                  <a:pt x="1015628" y="535963"/>
                </a:moveTo>
                <a:lnTo>
                  <a:pt x="970589" y="535963"/>
                </a:lnTo>
                <a:lnTo>
                  <a:pt x="970589" y="522451"/>
                </a:lnTo>
                <a:lnTo>
                  <a:pt x="1015628" y="522451"/>
                </a:lnTo>
                <a:lnTo>
                  <a:pt x="1015628" y="535963"/>
                </a:lnTo>
                <a:close/>
              </a:path>
              <a:path w="4716145" h="536575">
                <a:moveTo>
                  <a:pt x="934558" y="535963"/>
                </a:moveTo>
                <a:lnTo>
                  <a:pt x="889519" y="535963"/>
                </a:lnTo>
                <a:lnTo>
                  <a:pt x="889519" y="522451"/>
                </a:lnTo>
                <a:lnTo>
                  <a:pt x="934558" y="522451"/>
                </a:lnTo>
                <a:lnTo>
                  <a:pt x="934558" y="535963"/>
                </a:lnTo>
                <a:close/>
              </a:path>
              <a:path w="4716145" h="536575">
                <a:moveTo>
                  <a:pt x="853488" y="535963"/>
                </a:moveTo>
                <a:lnTo>
                  <a:pt x="808449" y="535963"/>
                </a:lnTo>
                <a:lnTo>
                  <a:pt x="808449" y="522451"/>
                </a:lnTo>
                <a:lnTo>
                  <a:pt x="853488" y="522451"/>
                </a:lnTo>
                <a:lnTo>
                  <a:pt x="853488" y="535963"/>
                </a:lnTo>
                <a:close/>
              </a:path>
              <a:path w="4716145" h="536575">
                <a:moveTo>
                  <a:pt x="772417" y="535963"/>
                </a:moveTo>
                <a:lnTo>
                  <a:pt x="727378" y="535963"/>
                </a:lnTo>
                <a:lnTo>
                  <a:pt x="727378" y="522451"/>
                </a:lnTo>
                <a:lnTo>
                  <a:pt x="772417" y="522451"/>
                </a:lnTo>
                <a:lnTo>
                  <a:pt x="772417" y="535963"/>
                </a:lnTo>
                <a:close/>
              </a:path>
              <a:path w="4716145" h="536575">
                <a:moveTo>
                  <a:pt x="691347" y="535963"/>
                </a:moveTo>
                <a:lnTo>
                  <a:pt x="646308" y="535963"/>
                </a:lnTo>
                <a:lnTo>
                  <a:pt x="646308" y="522451"/>
                </a:lnTo>
                <a:lnTo>
                  <a:pt x="691347" y="522451"/>
                </a:lnTo>
                <a:lnTo>
                  <a:pt x="691347" y="535963"/>
                </a:lnTo>
                <a:close/>
              </a:path>
              <a:path w="4716145" h="536575">
                <a:moveTo>
                  <a:pt x="610277" y="535963"/>
                </a:moveTo>
                <a:lnTo>
                  <a:pt x="565238" y="535963"/>
                </a:lnTo>
                <a:lnTo>
                  <a:pt x="565238" y="522451"/>
                </a:lnTo>
                <a:lnTo>
                  <a:pt x="610277" y="522451"/>
                </a:lnTo>
                <a:lnTo>
                  <a:pt x="610277" y="535963"/>
                </a:lnTo>
                <a:close/>
              </a:path>
              <a:path w="4716145" h="536575">
                <a:moveTo>
                  <a:pt x="529207" y="535963"/>
                </a:moveTo>
                <a:lnTo>
                  <a:pt x="484168" y="535963"/>
                </a:lnTo>
                <a:lnTo>
                  <a:pt x="484168" y="522451"/>
                </a:lnTo>
                <a:lnTo>
                  <a:pt x="529207" y="522451"/>
                </a:lnTo>
                <a:lnTo>
                  <a:pt x="529207" y="535963"/>
                </a:lnTo>
                <a:close/>
              </a:path>
              <a:path w="4716145" h="536575">
                <a:moveTo>
                  <a:pt x="448137" y="535963"/>
                </a:moveTo>
                <a:lnTo>
                  <a:pt x="403098" y="535963"/>
                </a:lnTo>
                <a:lnTo>
                  <a:pt x="403098" y="522451"/>
                </a:lnTo>
                <a:lnTo>
                  <a:pt x="448137" y="522451"/>
                </a:lnTo>
                <a:lnTo>
                  <a:pt x="448137" y="535963"/>
                </a:lnTo>
                <a:close/>
              </a:path>
              <a:path w="4716145" h="536575">
                <a:moveTo>
                  <a:pt x="367067" y="535963"/>
                </a:moveTo>
                <a:lnTo>
                  <a:pt x="322028" y="535963"/>
                </a:lnTo>
                <a:lnTo>
                  <a:pt x="322028" y="522451"/>
                </a:lnTo>
                <a:lnTo>
                  <a:pt x="367067" y="522451"/>
                </a:lnTo>
                <a:lnTo>
                  <a:pt x="367067" y="535963"/>
                </a:lnTo>
                <a:close/>
              </a:path>
              <a:path w="4716145" h="536575">
                <a:moveTo>
                  <a:pt x="285997" y="535963"/>
                </a:moveTo>
                <a:lnTo>
                  <a:pt x="240958" y="535963"/>
                </a:lnTo>
                <a:lnTo>
                  <a:pt x="240958" y="522451"/>
                </a:lnTo>
                <a:lnTo>
                  <a:pt x="285997" y="522451"/>
                </a:lnTo>
                <a:lnTo>
                  <a:pt x="285997" y="535963"/>
                </a:lnTo>
                <a:close/>
              </a:path>
              <a:path w="4716145" h="536575">
                <a:moveTo>
                  <a:pt x="204927" y="535963"/>
                </a:moveTo>
                <a:lnTo>
                  <a:pt x="159888" y="535963"/>
                </a:lnTo>
                <a:lnTo>
                  <a:pt x="159888" y="522451"/>
                </a:lnTo>
                <a:lnTo>
                  <a:pt x="204927" y="522451"/>
                </a:lnTo>
                <a:lnTo>
                  <a:pt x="204927" y="535963"/>
                </a:lnTo>
                <a:close/>
              </a:path>
              <a:path w="4716145" h="536575">
                <a:moveTo>
                  <a:pt x="123857" y="535963"/>
                </a:moveTo>
                <a:lnTo>
                  <a:pt x="78818" y="535963"/>
                </a:lnTo>
                <a:lnTo>
                  <a:pt x="78818" y="522451"/>
                </a:lnTo>
                <a:lnTo>
                  <a:pt x="123857" y="522451"/>
                </a:lnTo>
                <a:lnTo>
                  <a:pt x="123857" y="535963"/>
                </a:lnTo>
                <a:close/>
              </a:path>
              <a:path w="4716145" h="536575">
                <a:moveTo>
                  <a:pt x="42786" y="535963"/>
                </a:moveTo>
                <a:lnTo>
                  <a:pt x="0" y="535963"/>
                </a:lnTo>
                <a:lnTo>
                  <a:pt x="0" y="520199"/>
                </a:lnTo>
                <a:lnTo>
                  <a:pt x="13511" y="520199"/>
                </a:lnTo>
                <a:lnTo>
                  <a:pt x="13511" y="522451"/>
                </a:lnTo>
                <a:lnTo>
                  <a:pt x="6755" y="522451"/>
                </a:lnTo>
                <a:lnTo>
                  <a:pt x="6755" y="529207"/>
                </a:lnTo>
                <a:lnTo>
                  <a:pt x="42786" y="529207"/>
                </a:lnTo>
                <a:lnTo>
                  <a:pt x="42786" y="535963"/>
                </a:lnTo>
                <a:close/>
              </a:path>
              <a:path w="4716145" h="536575">
                <a:moveTo>
                  <a:pt x="13511" y="529207"/>
                </a:moveTo>
                <a:lnTo>
                  <a:pt x="6755" y="529207"/>
                </a:lnTo>
                <a:lnTo>
                  <a:pt x="6755" y="522451"/>
                </a:lnTo>
                <a:lnTo>
                  <a:pt x="13511" y="522451"/>
                </a:lnTo>
                <a:lnTo>
                  <a:pt x="13511" y="529207"/>
                </a:lnTo>
                <a:close/>
              </a:path>
              <a:path w="4716145" h="536575">
                <a:moveTo>
                  <a:pt x="42786" y="529207"/>
                </a:moveTo>
                <a:lnTo>
                  <a:pt x="13511" y="529207"/>
                </a:lnTo>
                <a:lnTo>
                  <a:pt x="13511" y="522451"/>
                </a:lnTo>
                <a:lnTo>
                  <a:pt x="42786" y="522451"/>
                </a:lnTo>
                <a:lnTo>
                  <a:pt x="42786" y="529207"/>
                </a:lnTo>
                <a:close/>
              </a:path>
              <a:path w="4716145" h="536575">
                <a:moveTo>
                  <a:pt x="13511" y="484168"/>
                </a:moveTo>
                <a:lnTo>
                  <a:pt x="0" y="484168"/>
                </a:lnTo>
                <a:lnTo>
                  <a:pt x="0" y="439129"/>
                </a:lnTo>
                <a:lnTo>
                  <a:pt x="13511" y="439129"/>
                </a:lnTo>
                <a:lnTo>
                  <a:pt x="13511" y="484168"/>
                </a:lnTo>
                <a:close/>
              </a:path>
              <a:path w="4716145" h="536575">
                <a:moveTo>
                  <a:pt x="13511" y="403098"/>
                </a:moveTo>
                <a:lnTo>
                  <a:pt x="0" y="403098"/>
                </a:lnTo>
                <a:lnTo>
                  <a:pt x="0" y="358059"/>
                </a:lnTo>
                <a:lnTo>
                  <a:pt x="13511" y="358059"/>
                </a:lnTo>
                <a:lnTo>
                  <a:pt x="13511" y="403098"/>
                </a:lnTo>
                <a:close/>
              </a:path>
              <a:path w="4716145" h="536575">
                <a:moveTo>
                  <a:pt x="13511" y="322028"/>
                </a:moveTo>
                <a:lnTo>
                  <a:pt x="0" y="322028"/>
                </a:lnTo>
                <a:lnTo>
                  <a:pt x="0" y="276989"/>
                </a:lnTo>
                <a:lnTo>
                  <a:pt x="13511" y="276989"/>
                </a:lnTo>
                <a:lnTo>
                  <a:pt x="13511" y="322028"/>
                </a:lnTo>
                <a:close/>
              </a:path>
              <a:path w="4716145" h="536575">
                <a:moveTo>
                  <a:pt x="13511" y="240958"/>
                </a:moveTo>
                <a:lnTo>
                  <a:pt x="0" y="240958"/>
                </a:lnTo>
                <a:lnTo>
                  <a:pt x="0" y="195919"/>
                </a:lnTo>
                <a:lnTo>
                  <a:pt x="13511" y="195919"/>
                </a:lnTo>
                <a:lnTo>
                  <a:pt x="13511" y="240958"/>
                </a:lnTo>
                <a:close/>
              </a:path>
              <a:path w="4716145" h="536575">
                <a:moveTo>
                  <a:pt x="13511" y="159888"/>
                </a:moveTo>
                <a:lnTo>
                  <a:pt x="0" y="159888"/>
                </a:lnTo>
                <a:lnTo>
                  <a:pt x="0" y="114849"/>
                </a:lnTo>
                <a:lnTo>
                  <a:pt x="13511" y="114849"/>
                </a:lnTo>
                <a:lnTo>
                  <a:pt x="13511" y="159888"/>
                </a:lnTo>
                <a:close/>
              </a:path>
              <a:path w="4716145" h="536575">
                <a:moveTo>
                  <a:pt x="13511" y="78818"/>
                </a:moveTo>
                <a:lnTo>
                  <a:pt x="0" y="78818"/>
                </a:lnTo>
                <a:lnTo>
                  <a:pt x="0" y="33779"/>
                </a:lnTo>
                <a:lnTo>
                  <a:pt x="13511" y="33779"/>
                </a:lnTo>
                <a:lnTo>
                  <a:pt x="13511" y="78818"/>
                </a:lnTo>
                <a:close/>
              </a:path>
              <a:path w="4716145" h="536575">
                <a:moveTo>
                  <a:pt x="51794" y="13511"/>
                </a:moveTo>
                <a:lnTo>
                  <a:pt x="6755" y="13511"/>
                </a:lnTo>
                <a:lnTo>
                  <a:pt x="6755" y="0"/>
                </a:lnTo>
                <a:lnTo>
                  <a:pt x="51794" y="0"/>
                </a:lnTo>
                <a:lnTo>
                  <a:pt x="51794" y="13511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object 59"/>
          <p:cNvSpPr/>
          <p:nvPr/>
        </p:nvSpPr>
        <p:spPr>
          <a:xfrm>
            <a:off x="2272320" y="5181120"/>
            <a:ext cx="4387680" cy="35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17280" rIns="0" bIns="0" anchor="t">
            <a:spAutoFit/>
          </a:bodyPr>
          <a:p>
            <a:pPr marL="12600">
              <a:lnSpc>
                <a:spcPct val="100000"/>
              </a:lnSpc>
              <a:spcBef>
                <a:spcPts val="136"/>
              </a:spcBef>
            </a:pP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CLOUD</a:t>
            </a:r>
            <a:r>
              <a:rPr lang="fr-FR" sz="1000" b="1" u="none" spc="-6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PUBLIC</a:t>
            </a:r>
            <a:r>
              <a:rPr lang="fr-FR" sz="1000" b="1" u="none" spc="-11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pc="105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PaaS</a:t>
            </a:r>
            <a:r>
              <a:rPr lang="fr-FR" sz="1000" b="1" u="none" spc="6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pc="96" strike="noStrike">
                <a:solidFill>
                  <a:srgbClr val="6A6A6A"/>
                </a:solidFill>
                <a:effectLst/>
                <a:uFillTx/>
                <a:latin typeface="Arial"/>
              </a:rPr>
              <a:t>( </a:t>
            </a:r>
            <a:r>
              <a:rPr lang="fr-FR" sz="1000" b="1" u="none" strike="noStrike">
                <a:solidFill>
                  <a:srgbClr val="6A6A6A"/>
                </a:solidFill>
                <a:effectLst/>
                <a:uFillTx/>
                <a:latin typeface="Arial"/>
              </a:rPr>
              <a:t>hors</a:t>
            </a:r>
            <a:r>
              <a:rPr lang="fr-FR" sz="1000" b="1" u="none" spc="6" strike="noStrike">
                <a:solidFill>
                  <a:srgbClr val="6A6A6A"/>
                </a:solidFill>
                <a:effectLst/>
                <a:uFillTx/>
                <a:latin typeface="Arial"/>
              </a:rPr>
              <a:t> </a:t>
            </a:r>
            <a:r>
              <a:rPr lang="fr-FR" sz="1000" b="1" u="none" spc="-11" strike="noStrike">
                <a:solidFill>
                  <a:srgbClr val="6A6A6A"/>
                </a:solidFill>
                <a:effectLst/>
                <a:uFillTx/>
                <a:latin typeface="Arial"/>
              </a:rPr>
              <a:t>prototype )</a:t>
            </a:r>
            <a:endParaRPr lang="fr-FR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600">
              <a:lnSpc>
                <a:spcPct val="100000"/>
              </a:lnSpc>
              <a:spcBef>
                <a:spcPts val="136"/>
              </a:spcBef>
            </a:pPr>
            <a:r>
              <a:rPr lang="fr-FR" sz="1100" b="0" u="none" spc="-34" strike="noStrike">
                <a:solidFill>
                  <a:srgbClr val="4A4A4A"/>
                </a:solidFill>
                <a:effectLst/>
                <a:uFillTx/>
                <a:latin typeface="Arial MT"/>
              </a:rPr>
              <a:t>Réplique</a:t>
            </a:r>
            <a:r>
              <a:rPr lang="fr-FR" sz="1100" b="0" u="none" spc="-65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34" strike="noStrike">
                <a:solidFill>
                  <a:srgbClr val="4A4A4A"/>
                </a:solidFill>
                <a:effectLst/>
                <a:uFillTx/>
                <a:latin typeface="Arial MT"/>
              </a:rPr>
              <a:t>de</a:t>
            </a:r>
            <a:r>
              <a:rPr lang="fr-FR" sz="1100" b="0" u="none" spc="-60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l’historique,</a:t>
            </a:r>
            <a:r>
              <a:rPr lang="fr-FR" sz="1100" b="0" u="none" spc="5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consultation </a:t>
            </a:r>
            <a:r>
              <a:rPr lang="fr-FR" sz="1100" b="0" u="none" spc="-20" strike="noStrike">
                <a:solidFill>
                  <a:srgbClr val="4A4A4A"/>
                </a:solidFill>
                <a:effectLst/>
                <a:uFillTx/>
                <a:latin typeface="Arial MT"/>
              </a:rPr>
              <a:t>hors</a:t>
            </a:r>
            <a:r>
              <a:rPr lang="fr-FR" sz="1100" b="0" u="none" spc="-54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26" strike="noStrike">
                <a:solidFill>
                  <a:srgbClr val="4A4A4A"/>
                </a:solidFill>
                <a:effectLst/>
                <a:uFillTx/>
                <a:latin typeface="Arial MT"/>
              </a:rPr>
              <a:t>site,</a:t>
            </a:r>
            <a:r>
              <a:rPr lang="fr-FR" sz="1100" b="0" u="none" spc="5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31" strike="noStrike">
                <a:solidFill>
                  <a:srgbClr val="4A4A4A"/>
                </a:solidFill>
                <a:effectLst/>
                <a:uFillTx/>
                <a:latin typeface="Arial MT"/>
              </a:rPr>
              <a:t>bases</a:t>
            </a:r>
            <a:r>
              <a:rPr lang="fr-FR" sz="1100" b="0" u="none" spc="-51" strike="noStrike">
                <a:solidFill>
                  <a:srgbClr val="4A4A4A"/>
                </a:solidFill>
                <a:effectLst/>
                <a:uFillTx/>
                <a:latin typeface="Arial MT"/>
              </a:rPr>
              <a:t> </a:t>
            </a:r>
            <a:r>
              <a:rPr lang="fr-FR" sz="1100" b="0" u="none" spc="-11" strike="noStrike">
                <a:solidFill>
                  <a:srgbClr val="4A4A4A"/>
                </a:solidFill>
                <a:effectLst/>
                <a:uFillTx/>
                <a:latin typeface="Arial MT"/>
              </a:rPr>
              <a:t>managées</a:t>
            </a:r>
            <a:endParaRPr lang="fr-FR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4" name="object 60"/>
          <p:cNvPicPr/>
          <p:nvPr/>
        </p:nvPicPr>
        <p:blipFill>
          <a:blip r:embed="rId1"/>
          <a:stretch/>
        </p:blipFill>
        <p:spPr>
          <a:xfrm>
            <a:off x="612000" y="5848200"/>
            <a:ext cx="259200" cy="15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5" name="object 61"/>
          <p:cNvSpPr/>
          <p:nvPr/>
        </p:nvSpPr>
        <p:spPr>
          <a:xfrm>
            <a:off x="3467160" y="5867280"/>
            <a:ext cx="190080" cy="104400"/>
          </a:xfrm>
          <a:custGeom>
            <a:avLst/>
            <a:gdLst>
              <a:gd name="textAreaLeft" fmla="*/ 0 w 190080"/>
              <a:gd name="textAreaRight" fmla="*/ 190440 w 190080"/>
              <a:gd name="textAreaTop" fmla="*/ 0 h 104400"/>
              <a:gd name="textAreaBottom" fmla="*/ 104760 h 104400"/>
            </a:gdLst>
            <a:ahLst/>
            <a:cxnLst/>
            <a:rect l="textAreaLeft" t="textAreaTop" r="textAreaRight" b="textAreaBottom"/>
            <a:pathLst>
              <a:path w="190500" h="104775">
                <a:moveTo>
                  <a:pt x="190499" y="104774"/>
                </a:moveTo>
                <a:lnTo>
                  <a:pt x="0" y="104774"/>
                </a:lnTo>
                <a:lnTo>
                  <a:pt x="0" y="0"/>
                </a:lnTo>
                <a:lnTo>
                  <a:pt x="190499" y="0"/>
                </a:lnTo>
                <a:lnTo>
                  <a:pt x="190499" y="104774"/>
                </a:lnTo>
                <a:close/>
              </a:path>
            </a:pathLst>
          </a:custGeom>
          <a:solidFill>
            <a:srgbClr val="1F36C7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object 73"/>
          <p:cNvSpPr/>
          <p:nvPr/>
        </p:nvSpPr>
        <p:spPr>
          <a:xfrm>
            <a:off x="609480" y="6229440"/>
            <a:ext cx="10972440" cy="90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2"/>
          <p:cNvSpPr>
            <a:spLocks noGrp="1"/>
          </p:cNvSpPr>
          <p:nvPr>
            <p:ph type="ftr" idx="23"/>
          </p:nvPr>
        </p:nvSpPr>
        <p:spPr>
          <a:xfrm>
            <a:off x="596880" y="6363720"/>
            <a:ext cx="73440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FactorySense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PlaceHolder 3"/>
          <p:cNvSpPr>
            <a:spLocks noGrp="1"/>
          </p:cNvSpPr>
          <p:nvPr>
            <p:ph type="sldNum" idx="24"/>
          </p:nvPr>
        </p:nvSpPr>
        <p:spPr>
          <a:xfrm>
            <a:off x="11307600" y="6363720"/>
            <a:ext cx="28908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3</a:t>
            </a:r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9" name="Image 75"/>
          <p:cNvPicPr/>
          <p:nvPr/>
        </p:nvPicPr>
        <p:blipFill>
          <a:blip r:embed="rId2"/>
          <a:stretch/>
        </p:blipFill>
        <p:spPr>
          <a:xfrm>
            <a:off x="11288880" y="103680"/>
            <a:ext cx="811800" cy="1143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object 65"/>
          <p:cNvSpPr/>
          <p:nvPr/>
        </p:nvSpPr>
        <p:spPr>
          <a:xfrm>
            <a:off x="7143840" y="2032920"/>
            <a:ext cx="4438440" cy="9000"/>
          </a:xfrm>
          <a:custGeom>
            <a:avLst/>
            <a:gdLst>
              <a:gd name="textAreaLeft" fmla="*/ 0 w 4438440"/>
              <a:gd name="textAreaRight" fmla="*/ 4438800 w 443844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4438650" h="9525">
                <a:moveTo>
                  <a:pt x="4438649" y="9524"/>
                </a:moveTo>
                <a:lnTo>
                  <a:pt x="0" y="9524"/>
                </a:lnTo>
                <a:lnTo>
                  <a:pt x="0" y="0"/>
                </a:lnTo>
                <a:lnTo>
                  <a:pt x="4438649" y="0"/>
                </a:lnTo>
                <a:lnTo>
                  <a:pt x="4438649" y="9524"/>
                </a:lnTo>
                <a:close/>
              </a:path>
            </a:pathLst>
          </a:custGeom>
          <a:solidFill>
            <a:srgbClr val="11111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596880" y="619200"/>
            <a:ext cx="6393600" cy="548280"/>
          </a:xfrm>
          <a:prstGeom prst="rect">
            <a:avLst/>
          </a:prstGeom>
          <a:noFill/>
          <a:ln w="0">
            <a:noFill/>
          </a:ln>
        </p:spPr>
        <p:txBody>
          <a:bodyPr lIns="0" tIns="17280" rIns="0" bIns="0" anchor="t">
            <a:spAutoFit/>
          </a:bodyPr>
          <a:p>
            <a:pPr marL="12600" indent="0" algn="l">
              <a:lnSpc>
                <a:spcPct val="100000"/>
              </a:lnSpc>
              <a:spcBef>
                <a:spcPts val="136"/>
              </a:spcBef>
              <a:buNone/>
              <a:tabLst>
                <a:tab pos="1878840" algn="l"/>
              </a:tabLst>
            </a:pPr>
            <a:r>
              <a:rPr lang="fr-FR" sz="3450" b="1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Risques</a:t>
            </a:r>
            <a:r>
              <a:rPr lang="fr-FR" sz="3450" b="1" u="none" spc="-53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3450" b="1" u="none" spc="74" strike="noStrike">
                <a:solidFill>
                  <a:srgbClr val="111111"/>
                </a:solidFill>
                <a:effectLst/>
                <a:uFillTx/>
                <a:latin typeface="Arial"/>
              </a:rPr>
              <a:t>et</a:t>
            </a:r>
            <a:r>
              <a:rPr lang="fr-FR" sz="3450" b="1" u="none" spc="-49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3450" b="1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atténuation</a:t>
            </a:r>
            <a:endParaRPr lang="fr-FR" sz="3450" b="0" u="none" strike="noStrike">
              <a:solidFill>
                <a:srgbClr val="000000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42" name="object 3"/>
          <p:cNvGraphicFramePr/>
          <p:nvPr/>
        </p:nvGraphicFramePr>
        <p:xfrm>
          <a:off x="609480" y="1715040"/>
          <a:ext cx="10972440" cy="3200040"/>
        </p:xfrm>
        <a:graphic>
          <a:graphicData uri="http://schemas.openxmlformats.org/drawingml/2006/table">
            <a:tbl>
              <a:tblPr/>
              <a:tblGrid>
                <a:gridCol w="1922040"/>
                <a:gridCol w="2586960"/>
                <a:gridCol w="3210840"/>
                <a:gridCol w="3252240"/>
              </a:tblGrid>
              <a:tr h="251280">
                <a:tc>
                  <a:txBody>
                    <a:bodyPr lIns="0" tIns="0" rIns="0" bIns="0" anchor="t">
                      <a:noAutofit/>
                    </a:bodyPr>
                    <a:p>
                      <a:pPr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Menace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271800"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Conséquence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98280">
                        <a:lnSpc>
                          <a:spcPts val="1125"/>
                        </a:lnSpc>
                      </a:pPr>
                      <a:r>
                        <a:rPr lang="fr-FR" sz="1150" b="1" u="none" strike="noStrike">
                          <a:solidFill>
                            <a:srgbClr val="C00000"/>
                          </a:solidFill>
                          <a:effectLst/>
                          <a:uFillTx/>
                          <a:latin typeface="Arial"/>
                        </a:rPr>
                        <a:t>Dans</a:t>
                      </a:r>
                      <a:r>
                        <a:rPr lang="fr-FR" sz="1150" b="1" u="none" spc="-51" strike="noStrike">
                          <a:solidFill>
                            <a:srgbClr val="C00000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150" b="1" u="none" strike="noStrike">
                          <a:solidFill>
                            <a:srgbClr val="C00000"/>
                          </a:solidFill>
                          <a:effectLst/>
                          <a:uFillTx/>
                          <a:latin typeface="Arial"/>
                        </a:rPr>
                        <a:t>le</a:t>
                      </a:r>
                      <a:r>
                        <a:rPr lang="fr-FR" sz="1150" b="1" u="none" spc="-54" strike="noStrike">
                          <a:solidFill>
                            <a:srgbClr val="C00000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150" b="1" u="none" spc="-11" strike="noStrike">
                          <a:solidFill>
                            <a:srgbClr val="C00000"/>
                          </a:solidFill>
                          <a:effectLst/>
                          <a:uFillTx/>
                          <a:latin typeface="Arial"/>
                        </a:rPr>
                        <a:t>prototype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t">
                      <a:noAutofit/>
                    </a:bodyPr>
                    <a:p>
                      <a:pPr marL="69840">
                        <a:lnSpc>
                          <a:spcPts val="1125"/>
                        </a:lnSpc>
                      </a:pPr>
                      <a:r>
                        <a:rPr lang="fr-FR" sz="115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Remediation</a:t>
                      </a:r>
                      <a:endParaRPr lang="fr-FR" sz="11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</a:tr>
              <a:tr h="56124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Usurpation </a:t>
                      </a:r>
                      <a:r>
                        <a:rPr lang="fr-FR" sz="1300" b="1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de</a:t>
                      </a:r>
                      <a:r>
                        <a:rPr lang="fr-FR" sz="1300" b="1" u="none" spc="-7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capteur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2718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masquée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ou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déclenchée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à</a:t>
                      </a:r>
                      <a:r>
                        <a:rPr lang="fr-FR" sz="1300" b="0" u="none" spc="-13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tort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9828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Clé</a:t>
                      </a:r>
                      <a:r>
                        <a:rPr lang="fr-FR" sz="1300" b="0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API</a:t>
                      </a:r>
                      <a:r>
                        <a:rPr lang="fr-FR" sz="1300" b="0" u="none" spc="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sur</a:t>
                      </a:r>
                      <a:r>
                        <a:rPr lang="fr-FR" sz="1300" b="0" u="none" spc="-13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l’ingestion</a:t>
                      </a:r>
                      <a:r>
                        <a:rPr lang="fr-FR" sz="1300" b="0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(refus</a:t>
                      </a:r>
                      <a:r>
                        <a:rPr lang="fr-FR" sz="1300" b="0" u="none" spc="-9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401),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données</a:t>
                      </a:r>
                      <a:r>
                        <a:rPr lang="fr-FR" sz="1300" b="0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validées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6984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Identité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propre</a:t>
                      </a:r>
                      <a:r>
                        <a:rPr lang="fr-FR" sz="1300" b="0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à</a:t>
                      </a:r>
                      <a:r>
                        <a:rPr lang="fr-FR" sz="1300" b="0" u="none" spc="-11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chaque</a:t>
                      </a:r>
                      <a:r>
                        <a:rPr lang="fr-FR" sz="1300" b="0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capteur</a:t>
                      </a:r>
                      <a:r>
                        <a:rPr lang="fr-FR" sz="1300" b="0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(mTLS), détection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d’anomalies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111111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56124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Accès</a:t>
                      </a:r>
                      <a:r>
                        <a:rPr lang="fr-FR" sz="1300" b="1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non </a:t>
                      </a: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autorisé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2718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</a:t>
                      </a:r>
                      <a:r>
                        <a:rPr lang="fr-FR" sz="1300" b="0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tiers</a:t>
                      </a:r>
                      <a:r>
                        <a:rPr lang="fr-FR" sz="1300" b="0" u="none" spc="-7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acquitte</a:t>
                      </a:r>
                      <a:r>
                        <a:rPr lang="fr-FR" sz="1300" b="0" u="none" spc="-9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des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9828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Tableau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bord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sans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authentification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;</a:t>
                      </a:r>
                      <a:r>
                        <a:rPr lang="fr-FR" sz="1300" b="0" u="none" spc="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API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et</a:t>
                      </a:r>
                      <a:r>
                        <a:rPr lang="fr-FR" sz="1300" b="0" u="none" spc="-7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bases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non</a:t>
                      </a:r>
                      <a:r>
                        <a:rPr lang="fr-FR" sz="1300" b="0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exposées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6984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Authentification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unique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(OIDC)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et</a:t>
                      </a:r>
                      <a:r>
                        <a:rPr lang="fr-FR" sz="1300" b="0" u="none" spc="-9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rôles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opérateur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/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ingénieur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56124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Fuite</a:t>
                      </a:r>
                      <a:r>
                        <a:rPr lang="fr-FR" sz="1300" b="1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de</a:t>
                      </a:r>
                      <a:r>
                        <a:rPr lang="fr-FR" sz="1300" b="1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données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2718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Cadence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de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production divulguée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9828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Secrets</a:t>
                      </a:r>
                      <a:r>
                        <a:rPr lang="fr-FR" sz="1300" b="0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hors</a:t>
                      </a:r>
                      <a:r>
                        <a:rPr lang="fr-FR" sz="1300" b="0" u="none" spc="-9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du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dépôt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;</a:t>
                      </a:r>
                      <a:r>
                        <a:rPr lang="fr-FR" sz="1300" b="0" u="none" spc="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token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InfluxDB</a:t>
                      </a:r>
                      <a:r>
                        <a:rPr lang="fr-FR" sz="1300" b="0" u="none" spc="-1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aux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droits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admin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6984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TLS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entre</a:t>
                      </a:r>
                      <a:r>
                        <a:rPr lang="fr-FR" sz="1300" b="0" u="none" spc="-7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services,</a:t>
                      </a:r>
                      <a:r>
                        <a:rPr lang="fr-FR" sz="1300" b="0" u="none" spc="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chiffrement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</a:t>
                      </a:r>
                      <a:r>
                        <a:rPr lang="fr-FR" sz="1300" b="0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repos, coffre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à</a:t>
                      </a:r>
                      <a:r>
                        <a:rPr lang="fr-FR" sz="1300" b="0" u="none" spc="-13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secrets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5172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Altération,</a:t>
                      </a:r>
                      <a:r>
                        <a:rPr lang="fr-FR" sz="1300" b="1" u="none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injection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2718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Historique</a:t>
                      </a:r>
                      <a:r>
                        <a:rPr lang="fr-FR" sz="1300" b="0" u="none" spc="-7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falsifié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982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Requêtes</a:t>
                      </a:r>
                      <a:r>
                        <a:rPr lang="fr-FR" sz="1300" b="0" u="none" spc="-7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Flux</a:t>
                      </a:r>
                      <a:r>
                        <a:rPr lang="fr-FR" sz="1300" b="0" u="none" spc="-11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filtrées,</a:t>
                      </a:r>
                      <a:r>
                        <a:rPr lang="fr-FR" sz="1300" b="0" u="none" spc="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SQL</a:t>
                      </a:r>
                      <a:r>
                        <a:rPr lang="fr-FR" sz="1300" b="0" u="none" spc="-113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paramétré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98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Journal</a:t>
                      </a:r>
                      <a:r>
                        <a:rPr lang="fr-FR" sz="1300" b="0" u="none" spc="-4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d’audit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inaltérable,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sauvegardes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35172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Panne</a:t>
                      </a:r>
                      <a:r>
                        <a:rPr lang="fr-FR" sz="1300" b="1" u="none" spc="-9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3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de</a:t>
                      </a:r>
                      <a:r>
                        <a:rPr lang="fr-FR" sz="1300" b="1" u="none" spc="-9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capteur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27180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La</a:t>
                      </a:r>
                      <a:r>
                        <a:rPr lang="fr-FR" sz="1300" b="0" u="none" spc="-13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panne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passe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inaperçue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982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Non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couvert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98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«</a:t>
                      </a:r>
                      <a:r>
                        <a:rPr lang="fr-FR" sz="1300" b="0" u="none" spc="-6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capteur</a:t>
                      </a:r>
                      <a:r>
                        <a:rPr lang="fr-FR" sz="1300" b="0" u="none" spc="-13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muet</a:t>
                      </a:r>
                      <a:r>
                        <a:rPr lang="fr-FR" sz="1300" b="0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»,</a:t>
                      </a:r>
                      <a:r>
                        <a:rPr lang="fr-FR" sz="1300" b="0" u="none" spc="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tampon</a:t>
                      </a:r>
                      <a:r>
                        <a:rPr lang="fr-FR" sz="1300" b="0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local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D5D5D5"/>
                      </a:solidFill>
                      <a:prstDash val="solid"/>
                    </a:lnB>
                    <a:noFill/>
                  </a:tcPr>
                </a:tc>
              </a:tr>
              <a:tr h="561240">
                <a:tc>
                  <a:txBody>
                    <a:bodyPr lIns="0" tIns="58320" rIns="0" bIns="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1" u="none" spc="-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Panne</a:t>
                      </a:r>
                      <a:r>
                        <a:rPr lang="fr-FR" sz="1300" b="1" u="none" spc="-8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d’un</a:t>
                      </a:r>
                      <a:r>
                        <a:rPr lang="fr-FR" sz="1300" b="1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 </a:t>
                      </a:r>
                      <a:r>
                        <a:rPr lang="fr-FR" sz="1300" b="1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"/>
                        </a:rPr>
                        <a:t>service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46800" rIns="0" bIns="0" anchor="t">
                      <a:noAutofit/>
                    </a:bodyPr>
                    <a:p>
                      <a:pPr marL="271800">
                        <a:lnSpc>
                          <a:spcPct val="105000"/>
                        </a:lnSpc>
                        <a:spcBef>
                          <a:spcPts val="371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Alertes</a:t>
                      </a:r>
                      <a:r>
                        <a:rPr lang="fr-FR" sz="1300" b="0" u="none" spc="-9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perdues,</a:t>
                      </a:r>
                      <a:r>
                        <a:rPr lang="fr-FR" sz="1300" b="0" u="none" spc="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supervision aveugle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4680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982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3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Redémarrage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auto,</a:t>
                      </a:r>
                      <a:r>
                        <a:rPr lang="fr-FR" sz="1300" b="0" u="none" spc="4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services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répliqués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5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;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marL="98280">
                        <a:lnSpc>
                          <a:spcPct val="100000"/>
                        </a:lnSpc>
                        <a:spcBef>
                          <a:spcPts val="91"/>
                        </a:spcBef>
                      </a:pP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bases</a:t>
                      </a:r>
                      <a:r>
                        <a:rPr lang="fr-FR" sz="1300" b="0" u="none" spc="-7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et</a:t>
                      </a:r>
                      <a:r>
                        <a:rPr lang="fr-FR" sz="1300" b="0" u="none" spc="-7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nginx</a:t>
                      </a:r>
                      <a:r>
                        <a:rPr lang="fr-FR" sz="1300" b="0" u="none" spc="-119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uniques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58320" rIns="0" bIns="0" anchor="t">
                      <a:noAutofit/>
                    </a:bodyPr>
                    <a:p>
                      <a:pPr marL="6984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Bases</a:t>
                      </a:r>
                      <a:r>
                        <a:rPr lang="fr-FR" sz="1300" b="0" u="none" spc="-65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6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répliquées,</a:t>
                      </a:r>
                      <a:r>
                        <a:rPr lang="fr-FR" sz="1300" b="0" u="none" spc="54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20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répartiteur</a:t>
                      </a:r>
                      <a:r>
                        <a:rPr lang="fr-FR" sz="1300" b="0" u="none" spc="-1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 </a:t>
                      </a:r>
                      <a:r>
                        <a:rPr lang="fr-FR" sz="1300" b="0" u="none" spc="-11" strike="noStrike">
                          <a:solidFill>
                            <a:srgbClr val="111111"/>
                          </a:solidFill>
                          <a:effectLst/>
                          <a:uFillTx/>
                          <a:latin typeface="Arial MT"/>
                        </a:rPr>
                        <a:t>redondant</a:t>
                      </a:r>
                      <a:endParaRPr lang="fr-FR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58320" marB="0">
                    <a:lnL>
                      <a:noFill/>
                    </a:lnL>
                    <a:lnR>
                      <a:noFill/>
                    </a:lnR>
                    <a:lnT w="9360">
                      <a:solidFill>
                        <a:srgbClr val="D5D5D5"/>
                      </a:solidFill>
                      <a:prstDash val="solid"/>
                    </a:lnT>
                    <a:lnB w="9360">
                      <a:solidFill>
                        <a:srgbClr val="11111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43" name="object 4"/>
          <p:cNvSpPr/>
          <p:nvPr/>
        </p:nvSpPr>
        <p:spPr>
          <a:xfrm>
            <a:off x="2861640" y="5189400"/>
            <a:ext cx="6468480" cy="54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33480" rIns="0" bIns="0" anchor="t">
            <a:spAutoFit/>
          </a:bodyPr>
          <a:p>
            <a:pPr marL="12600" algn="ctr">
              <a:lnSpc>
                <a:spcPts val="1950"/>
              </a:lnSpc>
              <a:spcBef>
                <a:spcPts val="264"/>
              </a:spcBef>
            </a:pPr>
            <a:r>
              <a:rPr lang="fr-FR" sz="1700" b="0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Risques</a:t>
            </a:r>
            <a:r>
              <a:rPr lang="fr-FR" sz="1700" b="0" u="none" spc="-18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résiduels</a:t>
            </a:r>
            <a:r>
              <a:rPr lang="fr-FR" sz="1700" b="0" u="none" spc="-176" strike="noStrike">
                <a:solidFill>
                  <a:srgbClr val="111111"/>
                </a:solidFill>
                <a:effectLst/>
                <a:uFillTx/>
                <a:latin typeface="Arial"/>
              </a:rPr>
              <a:t> :</a:t>
            </a:r>
            <a:r>
              <a:rPr lang="fr-FR" sz="1700" b="0" u="none" spc="1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tableau</a:t>
            </a:r>
            <a:r>
              <a:rPr lang="fr-FR" sz="1700" b="0" u="none" spc="-125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54" strike="noStrike">
                <a:solidFill>
                  <a:srgbClr val="111111"/>
                </a:solidFill>
                <a:effectLst/>
                <a:uFillTx/>
                <a:latin typeface="Arial"/>
              </a:rPr>
              <a:t>de</a:t>
            </a:r>
            <a:r>
              <a:rPr lang="fr-FR" sz="1700" b="0" u="none" spc="-17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105" strike="noStrike">
                <a:solidFill>
                  <a:srgbClr val="111111"/>
                </a:solidFill>
                <a:effectLst/>
                <a:uFillTx/>
                <a:latin typeface="Arial"/>
              </a:rPr>
              <a:t>bord</a:t>
            </a:r>
            <a:r>
              <a:rPr lang="fr-FR" sz="1700" b="0" u="none" spc="-13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sans</a:t>
            </a:r>
            <a:r>
              <a:rPr lang="fr-FR" sz="1700" b="0" u="none" spc="-18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91" strike="noStrike">
                <a:solidFill>
                  <a:srgbClr val="111111"/>
                </a:solidFill>
                <a:effectLst/>
                <a:uFillTx/>
                <a:latin typeface="Arial"/>
              </a:rPr>
              <a:t>authentification,</a:t>
            </a:r>
            <a:r>
              <a:rPr lang="fr-FR" sz="1700" b="0" u="none" spc="-2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60" strike="noStrike">
                <a:solidFill>
                  <a:srgbClr val="111111"/>
                </a:solidFill>
                <a:effectLst/>
                <a:uFillTx/>
                <a:latin typeface="Arial"/>
              </a:rPr>
              <a:t>clé</a:t>
            </a:r>
            <a:r>
              <a:rPr lang="fr-FR" sz="1700" b="0" u="none" spc="-17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11" strike="noStrike">
                <a:solidFill>
                  <a:srgbClr val="111111"/>
                </a:solidFill>
                <a:effectLst/>
                <a:uFillTx/>
                <a:latin typeface="Arial"/>
              </a:rPr>
              <a:t>capteur </a:t>
            </a:r>
            <a:r>
              <a:rPr lang="fr-FR" sz="1700" b="0" u="none" spc="-74" strike="noStrike">
                <a:solidFill>
                  <a:srgbClr val="111111"/>
                </a:solidFill>
                <a:effectLst/>
                <a:uFillTx/>
                <a:latin typeface="Arial"/>
              </a:rPr>
              <a:t>partagée,</a:t>
            </a:r>
            <a:r>
              <a:rPr lang="fr-FR" sz="1700" b="0" u="none" spc="-3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bases</a:t>
            </a:r>
            <a:r>
              <a:rPr lang="fr-FR" sz="1700" b="0" u="none" spc="-18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96" strike="noStrike">
                <a:solidFill>
                  <a:srgbClr val="111111"/>
                </a:solidFill>
                <a:effectLst/>
                <a:uFillTx/>
                <a:latin typeface="Arial"/>
              </a:rPr>
              <a:t>uniques.</a:t>
            </a:r>
            <a:r>
              <a:rPr lang="fr-FR" sz="1700" b="0" u="none" spc="-2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71" strike="noStrike">
                <a:solidFill>
                  <a:srgbClr val="111111"/>
                </a:solidFill>
                <a:effectLst/>
                <a:uFillTx/>
                <a:latin typeface="Arial"/>
              </a:rPr>
              <a:t>Une</a:t>
            </a:r>
            <a:r>
              <a:rPr lang="fr-FR" sz="1700" b="0" u="none" spc="-184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85" strike="noStrike">
                <a:solidFill>
                  <a:srgbClr val="111111"/>
                </a:solidFill>
                <a:effectLst/>
                <a:uFillTx/>
                <a:latin typeface="Arial"/>
              </a:rPr>
              <a:t>panne</a:t>
            </a:r>
            <a:r>
              <a:rPr lang="fr-FR" sz="1700" b="0" u="none" spc="-181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79" strike="noStrike">
                <a:solidFill>
                  <a:srgbClr val="111111"/>
                </a:solidFill>
                <a:effectLst/>
                <a:uFillTx/>
                <a:latin typeface="Arial"/>
              </a:rPr>
              <a:t>d’InfluxDB</a:t>
            </a:r>
            <a:r>
              <a:rPr lang="fr-FR" sz="1700" b="0" u="none" spc="-190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96" strike="noStrike">
                <a:solidFill>
                  <a:srgbClr val="111111"/>
                </a:solidFill>
                <a:effectLst/>
                <a:uFillTx/>
                <a:latin typeface="Arial"/>
              </a:rPr>
              <a:t>suspend</a:t>
            </a:r>
            <a:r>
              <a:rPr lang="fr-FR" sz="1700" b="0" u="none" spc="-136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31" strike="noStrike">
                <a:solidFill>
                  <a:srgbClr val="111111"/>
                </a:solidFill>
                <a:effectLst/>
                <a:uFillTx/>
                <a:latin typeface="Arial"/>
              </a:rPr>
              <a:t>la</a:t>
            </a:r>
            <a:r>
              <a:rPr lang="fr-FR" sz="1700" b="0" u="none" spc="-249" strike="noStrike">
                <a:solidFill>
                  <a:srgbClr val="111111"/>
                </a:solidFill>
                <a:effectLst/>
                <a:uFillTx/>
                <a:latin typeface="Arial"/>
              </a:rPr>
              <a:t> </a:t>
            </a:r>
            <a:r>
              <a:rPr lang="fr-FR" sz="1700" b="0" u="none" spc="-65" strike="noStrike">
                <a:solidFill>
                  <a:srgbClr val="111111"/>
                </a:solidFill>
                <a:effectLst/>
                <a:uFillTx/>
                <a:latin typeface="Arial"/>
              </a:rPr>
              <a:t>détection.</a:t>
            </a:r>
            <a:endParaRPr lang="fr-FR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object 5"/>
          <p:cNvSpPr/>
          <p:nvPr/>
        </p:nvSpPr>
        <p:spPr>
          <a:xfrm>
            <a:off x="609480" y="6229440"/>
            <a:ext cx="10972440" cy="9000"/>
          </a:xfrm>
          <a:custGeom>
            <a:avLst/>
            <a:gdLst>
              <a:gd name="textAreaLeft" fmla="*/ 0 w 10972440"/>
              <a:gd name="textAreaRight" fmla="*/ 10972800 w 10972440"/>
              <a:gd name="textAreaTop" fmla="*/ 0 h 9000"/>
              <a:gd name="textAreaBottom" fmla="*/ 9360 h 9000"/>
            </a:gdLst>
            <a:ahLst/>
            <a:cxnLst/>
            <a:rect l="textAreaLeft" t="textAreaTop" r="textAreaRight" b="textAreaBottom"/>
            <a:pathLst>
              <a:path w="10972800" h="9525">
                <a:moveTo>
                  <a:pt x="10972799" y="9524"/>
                </a:moveTo>
                <a:lnTo>
                  <a:pt x="0" y="9524"/>
                </a:lnTo>
                <a:lnTo>
                  <a:pt x="0" y="0"/>
                </a:lnTo>
                <a:lnTo>
                  <a:pt x="10972799" y="0"/>
                </a:lnTo>
                <a:lnTo>
                  <a:pt x="10972799" y="9524"/>
                </a:lnTo>
                <a:close/>
              </a:path>
            </a:pathLst>
          </a:custGeom>
          <a:solidFill>
            <a:srgbClr val="D5D5D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ftr" idx="25"/>
          </p:nvPr>
        </p:nvSpPr>
        <p:spPr>
          <a:xfrm>
            <a:off x="596880" y="6363720"/>
            <a:ext cx="73440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12600" indent="0" algn="l">
              <a:lnSpc>
                <a:spcPts val="1006"/>
              </a:lnSpc>
              <a:buNone/>
              <a:def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12600" indent="0" algn="l">
              <a:lnSpc>
                <a:spcPts val="1006"/>
              </a:lnSpc>
              <a:buNone/>
            </a:pPr>
            <a:r>
              <a:rPr lang="fr-FR" sz="950" b="0" u="none" spc="-26" strike="noStrike">
                <a:solidFill>
                  <a:srgbClr val="6A6A6A"/>
                </a:solidFill>
                <a:effectLst/>
                <a:uFillTx/>
                <a:latin typeface="Arial MT"/>
              </a:rPr>
              <a:t>FactorySense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26"/>
          </p:nvPr>
        </p:nvSpPr>
        <p:spPr>
          <a:xfrm>
            <a:off x="11307600" y="6363720"/>
            <a:ext cx="289080" cy="1450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lstStyle>
            <a:lvl1pPr marL="63360" indent="0" algn="l">
              <a:lnSpc>
                <a:spcPts val="1006"/>
              </a:lnSpc>
              <a:buNone/>
              <a:def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defRPr>
            </a:lvl1pPr>
          </a:lstStyle>
          <a:p>
            <a:pPr marL="63360" indent="0" algn="l">
              <a:lnSpc>
                <a:spcPts val="1006"/>
              </a:lnSpc>
              <a:buNone/>
            </a:pPr>
            <a:r>
              <a:rPr lang="fr-FR" sz="950" b="0" u="none" spc="-34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r>
              <a:rPr lang="fr-FR" sz="950" b="0" u="none" spc="-71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trike="noStrike">
                <a:solidFill>
                  <a:srgbClr val="6A6A6A"/>
                </a:solidFill>
                <a:effectLst/>
                <a:uFillTx/>
                <a:latin typeface="Arial MT"/>
              </a:rPr>
              <a:t>/</a:t>
            </a:r>
            <a:r>
              <a:rPr lang="fr-FR" sz="950" b="0" u="none" spc="-85" strike="noStrike">
                <a:solidFill>
                  <a:srgbClr val="6A6A6A"/>
                </a:solidFill>
                <a:effectLst/>
                <a:uFillTx/>
                <a:latin typeface="Arial MT"/>
              </a:rPr>
              <a:t> </a:t>
            </a:r>
            <a:r>
              <a:rPr lang="fr-FR" sz="950" b="0" u="none" spc="-51" strike="noStrike">
                <a:solidFill>
                  <a:srgbClr val="6A6A6A"/>
                </a:solidFill>
                <a:effectLst/>
                <a:uFillTx/>
                <a:latin typeface="Arial MT"/>
              </a:rPr>
              <a:t>4</a:t>
            </a:r>
            <a:endParaRPr lang="fr-FR" sz="95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7" name="Image 7"/>
          <p:cNvPicPr/>
          <p:nvPr/>
        </p:nvPicPr>
        <p:blipFill>
          <a:blip r:embed="rId1"/>
          <a:stretch/>
        </p:blipFill>
        <p:spPr>
          <a:xfrm>
            <a:off x="11288880" y="103680"/>
            <a:ext cx="811800" cy="1143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127</TotalTime>
  <Application>LibreOffice/26.2.5.2$Linux_X86_64 LibreOffice_project/6d2b0d33fb0f5da53a12f98bed3e9973e56ff1f0</Application>
  <AppVersion>15.0000</AppVersion>
  <Words>686</Words>
  <Paragraphs>138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2026-09-28T13:28:27Z</dcterms:created>
  <dc:creator/>
  <dc:description/>
  <dc:language>fr-FR</dc:language>
  <cp:lastModifiedBy/>
  <dcterms:modified xsi:type="dcterms:W3CDTF">2026-10-04T22:29:34Z</dcterms:modified>
  <cp:revision>6</cp:revision>
  <dc:subject/>
  <dc:title>FactorySense — Soutenance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2026-09-28T00:00:00Z</vt:filetime>
  </property>
  <property fmtid="{D5CDD505-2E9C-101B-9397-08002B2CF9AE}" pid="4" name="Creator">
    <vt:lpwstr>Mozilla/5.0 (X11; Linux x86_64) AppleWebKit/537.36 (KHTML, like Gecko) HeadlessChrome/153.0.0.0 Safari/537.36</vt:lpwstr>
  </property>
  <property fmtid="{D5CDD505-2E9C-101B-9397-08002B2CF9AE}" pid="5" name="LastSaved">
    <vt:filetime>2026-09-28T00:00:00Z</vt:filetime>
  </property>
  <property fmtid="{D5CDD505-2E9C-101B-9397-08002B2CF9AE}" pid="6" name="PresentationFormat">
    <vt:lpwstr>Grand écran</vt:lpwstr>
  </property>
  <property fmtid="{D5CDD505-2E9C-101B-9397-08002B2CF9AE}" pid="7" name="Producer">
    <vt:lpwstr>Skia/PDF m153</vt:lpwstr>
  </property>
  <property fmtid="{D5CDD505-2E9C-101B-9397-08002B2CF9AE}" pid="8" name="Slides">
    <vt:i4>5</vt:i4>
  </property>
</Properties>
</file>